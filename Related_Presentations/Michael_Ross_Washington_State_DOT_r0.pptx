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 id="2147483660" r:id="rId5"/>
    <p:sldMasterId id="2147483678" r:id="rId6"/>
  </p:sldMasterIdLst>
  <p:notesMasterIdLst>
    <p:notesMasterId r:id="rId17"/>
  </p:notesMasterIdLst>
  <p:handoutMasterIdLst>
    <p:handoutMasterId r:id="rId18"/>
  </p:handoutMasterIdLst>
  <p:sldIdLst>
    <p:sldId id="3326" r:id="rId7"/>
    <p:sldId id="3331" r:id="rId8"/>
    <p:sldId id="3332" r:id="rId9"/>
    <p:sldId id="471" r:id="rId10"/>
    <p:sldId id="3328" r:id="rId11"/>
    <p:sldId id="3327" r:id="rId12"/>
    <p:sldId id="3305" r:id="rId13"/>
    <p:sldId id="3307" r:id="rId14"/>
    <p:sldId id="342" r:id="rId15"/>
    <p:sldId id="3295" r:id="rId16"/>
  </p:sldIdLst>
  <p:sldSz cx="12192000" cy="6858000"/>
  <p:notesSz cx="7023100" cy="9309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608625" algn="l" rtl="0" fontAlgn="base">
      <a:spcBef>
        <a:spcPct val="0"/>
      </a:spcBef>
      <a:spcAft>
        <a:spcPct val="0"/>
      </a:spcAft>
      <a:defRPr kern="1200">
        <a:solidFill>
          <a:schemeClr val="tx1"/>
        </a:solidFill>
        <a:latin typeface="Arial" charset="0"/>
        <a:ea typeface="+mn-ea"/>
        <a:cs typeface="+mn-cs"/>
      </a:defRPr>
    </a:lvl2pPr>
    <a:lvl3pPr marL="1217249" algn="l" rtl="0" fontAlgn="base">
      <a:spcBef>
        <a:spcPct val="0"/>
      </a:spcBef>
      <a:spcAft>
        <a:spcPct val="0"/>
      </a:spcAft>
      <a:defRPr kern="1200">
        <a:solidFill>
          <a:schemeClr val="tx1"/>
        </a:solidFill>
        <a:latin typeface="Arial" charset="0"/>
        <a:ea typeface="+mn-ea"/>
        <a:cs typeface="+mn-cs"/>
      </a:defRPr>
    </a:lvl3pPr>
    <a:lvl4pPr marL="1825874" algn="l" rtl="0" fontAlgn="base">
      <a:spcBef>
        <a:spcPct val="0"/>
      </a:spcBef>
      <a:spcAft>
        <a:spcPct val="0"/>
      </a:spcAft>
      <a:defRPr kern="1200">
        <a:solidFill>
          <a:schemeClr val="tx1"/>
        </a:solidFill>
        <a:latin typeface="Arial" charset="0"/>
        <a:ea typeface="+mn-ea"/>
        <a:cs typeface="+mn-cs"/>
      </a:defRPr>
    </a:lvl4pPr>
    <a:lvl5pPr marL="2434499" algn="l" rtl="0" fontAlgn="base">
      <a:spcBef>
        <a:spcPct val="0"/>
      </a:spcBef>
      <a:spcAft>
        <a:spcPct val="0"/>
      </a:spcAft>
      <a:defRPr kern="1200">
        <a:solidFill>
          <a:schemeClr val="tx1"/>
        </a:solidFill>
        <a:latin typeface="Arial" charset="0"/>
        <a:ea typeface="+mn-ea"/>
        <a:cs typeface="+mn-cs"/>
      </a:defRPr>
    </a:lvl5pPr>
    <a:lvl6pPr marL="3043123" algn="l" defTabSz="1217249" rtl="0" eaLnBrk="1" latinLnBrk="0" hangingPunct="1">
      <a:defRPr kern="1200">
        <a:solidFill>
          <a:schemeClr val="tx1"/>
        </a:solidFill>
        <a:latin typeface="Arial" charset="0"/>
        <a:ea typeface="+mn-ea"/>
        <a:cs typeface="+mn-cs"/>
      </a:defRPr>
    </a:lvl6pPr>
    <a:lvl7pPr marL="3651748" algn="l" defTabSz="1217249" rtl="0" eaLnBrk="1" latinLnBrk="0" hangingPunct="1">
      <a:defRPr kern="1200">
        <a:solidFill>
          <a:schemeClr val="tx1"/>
        </a:solidFill>
        <a:latin typeface="Arial" charset="0"/>
        <a:ea typeface="+mn-ea"/>
        <a:cs typeface="+mn-cs"/>
      </a:defRPr>
    </a:lvl7pPr>
    <a:lvl8pPr marL="4260372" algn="l" defTabSz="1217249" rtl="0" eaLnBrk="1" latinLnBrk="0" hangingPunct="1">
      <a:defRPr kern="1200">
        <a:solidFill>
          <a:schemeClr val="tx1"/>
        </a:solidFill>
        <a:latin typeface="Arial" charset="0"/>
        <a:ea typeface="+mn-ea"/>
        <a:cs typeface="+mn-cs"/>
      </a:defRPr>
    </a:lvl8pPr>
    <a:lvl9pPr marL="4868997" algn="l" defTabSz="1217249"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45CE71-6285-4991-757B-8FDA7D1F08EA}" name="Walker, Zach" initials="WZ" userId="S::zach.walker@jacobs.com::1115f37f-3760-4b43-a374-4253c86933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6898"/>
    <a:srgbClr val="EEECE1"/>
    <a:srgbClr val="1B6C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5" autoAdjust="0"/>
    <p:restoredTop sz="79954" autoAdjust="0"/>
  </p:normalViewPr>
  <p:slideViewPr>
    <p:cSldViewPr snapToGrid="0">
      <p:cViewPr varScale="1">
        <p:scale>
          <a:sx n="93" d="100"/>
          <a:sy n="93" d="100"/>
        </p:scale>
        <p:origin x="1128" y="90"/>
      </p:cViewPr>
      <p:guideLst>
        <p:guide orient="horz" pos="2160"/>
        <p:guide pos="3841"/>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36" d="100"/>
          <a:sy n="136" d="100"/>
        </p:scale>
        <p:origin x="-4608" y="-10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8/10/relationships/authors" Target="authors.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8275" y="0"/>
            <a:ext cx="3043238" cy="465138"/>
          </a:xfrm>
          <a:prstGeom prst="rect">
            <a:avLst/>
          </a:prstGeom>
        </p:spPr>
        <p:txBody>
          <a:bodyPr vert="horz" lIns="91440" tIns="45720" rIns="91440" bIns="45720" rtlCol="0"/>
          <a:lstStyle>
            <a:lvl1pPr algn="r">
              <a:defRPr sz="1200"/>
            </a:lvl1pPr>
          </a:lstStyle>
          <a:p>
            <a:fld id="{71B0DE8C-47F1-E541-B4DD-C4EB8DF58A07}" type="datetimeFigureOut">
              <a:rPr lang="en-US" smtClean="0"/>
              <a:t>10/29/2025</a:t>
            </a:fld>
            <a:endParaRPr lang="en-US"/>
          </a:p>
        </p:txBody>
      </p:sp>
      <p:sp>
        <p:nvSpPr>
          <p:cNvPr id="4" name="Footer Placeholder 3"/>
          <p:cNvSpPr>
            <a:spLocks noGrp="1"/>
          </p:cNvSpPr>
          <p:nvPr>
            <p:ph type="ftr" sz="quarter" idx="2"/>
          </p:nvPr>
        </p:nvSpPr>
        <p:spPr>
          <a:xfrm>
            <a:off x="0" y="8842375"/>
            <a:ext cx="3043238"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8275" y="8842375"/>
            <a:ext cx="3043238" cy="465138"/>
          </a:xfrm>
          <a:prstGeom prst="rect">
            <a:avLst/>
          </a:prstGeom>
        </p:spPr>
        <p:txBody>
          <a:bodyPr vert="horz" lIns="91440" tIns="45720" rIns="91440" bIns="45720" rtlCol="0" anchor="b"/>
          <a:lstStyle>
            <a:lvl1pPr algn="r">
              <a:defRPr sz="1200"/>
            </a:lvl1pPr>
          </a:lstStyle>
          <a:p>
            <a:fld id="{9608A881-B894-ED44-9108-D3317422893F}" type="slidenum">
              <a:rPr lang="en-US" smtClean="0"/>
              <a:t>‹#›</a:t>
            </a:fld>
            <a:endParaRPr lang="en-US"/>
          </a:p>
        </p:txBody>
      </p:sp>
    </p:spTree>
    <p:extLst>
      <p:ext uri="{BB962C8B-B14F-4D97-AF65-F5344CB8AC3E}">
        <p14:creationId xmlns:p14="http://schemas.microsoft.com/office/powerpoint/2010/main" val="8955263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6147" name="Rectangle 3"/>
          <p:cNvSpPr>
            <a:spLocks noGrp="1" noChangeArrowheads="1"/>
          </p:cNvSpPr>
          <p:nvPr>
            <p:ph type="dt"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409575" y="698500"/>
            <a:ext cx="6203950" cy="3490913"/>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149" name="Rectangle 5"/>
          <p:cNvSpPr>
            <a:spLocks noGrp="1" noChangeArrowheads="1"/>
          </p:cNvSpPr>
          <p:nvPr>
            <p:ph type="body" sz="quarter" idx="3"/>
          </p:nvPr>
        </p:nvSpPr>
        <p:spPr bwMode="auto">
          <a:xfrm>
            <a:off x="702310" y="4421823"/>
            <a:ext cx="5618480" cy="418909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DBCDC475-BD9A-4C4C-9E91-34CA21719164}" type="slidenum">
              <a:rPr lang="en-US"/>
              <a:pPr>
                <a:defRPr/>
              </a:pPr>
              <a:t>‹#›</a:t>
            </a:fld>
            <a:endParaRPr lang="en-US"/>
          </a:p>
        </p:txBody>
      </p:sp>
    </p:spTree>
    <p:extLst>
      <p:ext uri="{BB962C8B-B14F-4D97-AF65-F5344CB8AC3E}">
        <p14:creationId xmlns:p14="http://schemas.microsoft.com/office/powerpoint/2010/main" val="136170499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597" kern="1200">
        <a:solidFill>
          <a:schemeClr val="tx1"/>
        </a:solidFill>
        <a:latin typeface="Arial" charset="0"/>
        <a:ea typeface="+mn-ea"/>
        <a:cs typeface="+mn-cs"/>
      </a:defRPr>
    </a:lvl1pPr>
    <a:lvl2pPr marL="608625" algn="l" rtl="0" eaLnBrk="0" fontAlgn="base" hangingPunct="0">
      <a:spcBef>
        <a:spcPct val="30000"/>
      </a:spcBef>
      <a:spcAft>
        <a:spcPct val="0"/>
      </a:spcAft>
      <a:defRPr sz="1597" kern="1200">
        <a:solidFill>
          <a:schemeClr val="tx1"/>
        </a:solidFill>
        <a:latin typeface="Arial" charset="0"/>
        <a:ea typeface="+mn-ea"/>
        <a:cs typeface="+mn-cs"/>
      </a:defRPr>
    </a:lvl2pPr>
    <a:lvl3pPr marL="1217249" algn="l" rtl="0" eaLnBrk="0" fontAlgn="base" hangingPunct="0">
      <a:spcBef>
        <a:spcPct val="30000"/>
      </a:spcBef>
      <a:spcAft>
        <a:spcPct val="0"/>
      </a:spcAft>
      <a:defRPr sz="1597" kern="1200">
        <a:solidFill>
          <a:schemeClr val="tx1"/>
        </a:solidFill>
        <a:latin typeface="Arial" charset="0"/>
        <a:ea typeface="+mn-ea"/>
        <a:cs typeface="+mn-cs"/>
      </a:defRPr>
    </a:lvl3pPr>
    <a:lvl4pPr marL="1825874" algn="l" rtl="0" eaLnBrk="0" fontAlgn="base" hangingPunct="0">
      <a:spcBef>
        <a:spcPct val="30000"/>
      </a:spcBef>
      <a:spcAft>
        <a:spcPct val="0"/>
      </a:spcAft>
      <a:defRPr sz="1597" kern="1200">
        <a:solidFill>
          <a:schemeClr val="tx1"/>
        </a:solidFill>
        <a:latin typeface="Arial" charset="0"/>
        <a:ea typeface="+mn-ea"/>
        <a:cs typeface="+mn-cs"/>
      </a:defRPr>
    </a:lvl4pPr>
    <a:lvl5pPr marL="2434499" algn="l" rtl="0" eaLnBrk="0" fontAlgn="base" hangingPunct="0">
      <a:spcBef>
        <a:spcPct val="30000"/>
      </a:spcBef>
      <a:spcAft>
        <a:spcPct val="0"/>
      </a:spcAft>
      <a:defRPr sz="1597" kern="1200">
        <a:solidFill>
          <a:schemeClr val="tx1"/>
        </a:solidFill>
        <a:latin typeface="Arial" charset="0"/>
        <a:ea typeface="+mn-ea"/>
        <a:cs typeface="+mn-cs"/>
      </a:defRPr>
    </a:lvl5pPr>
    <a:lvl6pPr marL="3043123" algn="l" defTabSz="1217249" rtl="0" eaLnBrk="1" latinLnBrk="0" hangingPunct="1">
      <a:defRPr sz="1597" kern="1200">
        <a:solidFill>
          <a:schemeClr val="tx1"/>
        </a:solidFill>
        <a:latin typeface="+mn-lt"/>
        <a:ea typeface="+mn-ea"/>
        <a:cs typeface="+mn-cs"/>
      </a:defRPr>
    </a:lvl6pPr>
    <a:lvl7pPr marL="3651748" algn="l" defTabSz="1217249" rtl="0" eaLnBrk="1" latinLnBrk="0" hangingPunct="1">
      <a:defRPr sz="1597" kern="1200">
        <a:solidFill>
          <a:schemeClr val="tx1"/>
        </a:solidFill>
        <a:latin typeface="+mn-lt"/>
        <a:ea typeface="+mn-ea"/>
        <a:cs typeface="+mn-cs"/>
      </a:defRPr>
    </a:lvl7pPr>
    <a:lvl8pPr marL="4260372" algn="l" defTabSz="1217249" rtl="0" eaLnBrk="1" latinLnBrk="0" hangingPunct="1">
      <a:defRPr sz="1597" kern="1200">
        <a:solidFill>
          <a:schemeClr val="tx1"/>
        </a:solidFill>
        <a:latin typeface="+mn-lt"/>
        <a:ea typeface="+mn-ea"/>
        <a:cs typeface="+mn-cs"/>
      </a:defRPr>
    </a:lvl8pPr>
    <a:lvl9pPr marL="4868997" algn="l" defTabSz="1217249" rtl="0" eaLnBrk="1" latinLnBrk="0" hangingPunct="1">
      <a:defRPr sz="159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A7F4A-4223-2FAB-065E-14F40041C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5E0F0-8C0F-B4D9-05A8-AF20904E1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72EAB-F57F-B04B-9958-03164218CE6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49533AD-7651-5220-5BB4-BCD98B6FFEFF}"/>
              </a:ext>
            </a:extLst>
          </p:cNvPr>
          <p:cNvSpPr>
            <a:spLocks noGrp="1"/>
          </p:cNvSpPr>
          <p:nvPr>
            <p:ph type="sldNum" sz="quarter" idx="5"/>
          </p:nvPr>
        </p:nvSpPr>
        <p:spPr/>
        <p:txBody>
          <a:bodyPr/>
          <a:lstStyle/>
          <a:p>
            <a:pPr>
              <a:defRPr/>
            </a:pPr>
            <a:fld id="{DBCDC475-BD9A-4C4C-9E91-34CA21719164}" type="slidenum">
              <a:rPr lang="en-US" smtClean="0"/>
              <a:pPr>
                <a:defRPr/>
              </a:pPr>
              <a:t>1</a:t>
            </a:fld>
            <a:endParaRPr lang="en-US"/>
          </a:p>
        </p:txBody>
      </p:sp>
    </p:spTree>
    <p:extLst>
      <p:ext uri="{BB962C8B-B14F-4D97-AF65-F5344CB8AC3E}">
        <p14:creationId xmlns:p14="http://schemas.microsoft.com/office/powerpoint/2010/main" val="4136636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55A98-8176-405A-781A-D32C3A260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CE833-0D15-EA0B-8D24-308D04A3E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B3C71-E240-07D5-4999-D1B60B78DC00}"/>
              </a:ext>
            </a:extLst>
          </p:cNvPr>
          <p:cNvSpPr>
            <a:spLocks noGrp="1"/>
          </p:cNvSpPr>
          <p:nvPr>
            <p:ph type="body" idx="1"/>
          </p:nvPr>
        </p:nvSpPr>
        <p:spPr/>
        <p:txBody>
          <a:bodyPr/>
          <a:lstStyle/>
          <a:p>
            <a:r>
              <a:rPr lang="en-US" dirty="0"/>
              <a:t>AIM allows users to query the data for things that have been joined or nearby on a map</a:t>
            </a:r>
          </a:p>
          <a:p>
            <a:r>
              <a:rPr lang="en-US" dirty="0"/>
              <a:t>Gate keeper</a:t>
            </a:r>
          </a:p>
          <a:p>
            <a:r>
              <a:rPr lang="en-US" dirty="0"/>
              <a:t>Some testing with ramps, crosswalks, and MIRE</a:t>
            </a:r>
          </a:p>
        </p:txBody>
      </p:sp>
      <p:sp>
        <p:nvSpPr>
          <p:cNvPr id="4" name="Slide Number Placeholder 3">
            <a:extLst>
              <a:ext uri="{FF2B5EF4-FFF2-40B4-BE49-F238E27FC236}">
                <a16:creationId xmlns:a16="http://schemas.microsoft.com/office/drawing/2014/main" id="{93C91AF3-F398-9146-0E6E-3B7840183AAC}"/>
              </a:ext>
            </a:extLst>
          </p:cNvPr>
          <p:cNvSpPr>
            <a:spLocks noGrp="1"/>
          </p:cNvSpPr>
          <p:nvPr>
            <p:ph type="sldNum" sz="quarter" idx="5"/>
          </p:nvPr>
        </p:nvSpPr>
        <p:spPr/>
        <p:txBody>
          <a:bodyPr/>
          <a:lstStyle/>
          <a:p>
            <a:pPr>
              <a:defRPr/>
            </a:pPr>
            <a:fld id="{DBCDC475-BD9A-4C4C-9E91-34CA21719164}" type="slidenum">
              <a:rPr lang="en-US" smtClean="0"/>
              <a:pPr>
                <a:defRPr/>
              </a:pPr>
              <a:t>2</a:t>
            </a:fld>
            <a:endParaRPr lang="en-US"/>
          </a:p>
        </p:txBody>
      </p:sp>
    </p:spTree>
    <p:extLst>
      <p:ext uri="{BB962C8B-B14F-4D97-AF65-F5344CB8AC3E}">
        <p14:creationId xmlns:p14="http://schemas.microsoft.com/office/powerpoint/2010/main" val="1002241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examined how IFC could be the link between Design, Construction, and the sign database</a:t>
            </a:r>
          </a:p>
          <a:p>
            <a:endParaRPr lang="en-US" dirty="0"/>
          </a:p>
        </p:txBody>
      </p:sp>
      <p:sp>
        <p:nvSpPr>
          <p:cNvPr id="4" name="Slide Number Placeholder 3"/>
          <p:cNvSpPr>
            <a:spLocks noGrp="1"/>
          </p:cNvSpPr>
          <p:nvPr>
            <p:ph type="sldNum" sz="quarter" idx="5"/>
          </p:nvPr>
        </p:nvSpPr>
        <p:spPr/>
        <p:txBody>
          <a:bodyPr/>
          <a:lstStyle/>
          <a:p>
            <a:pPr>
              <a:defRPr/>
            </a:pPr>
            <a:fld id="{DBCDC475-BD9A-4C4C-9E91-34CA21719164}" type="slidenum">
              <a:rPr lang="en-US" smtClean="0"/>
              <a:pPr>
                <a:defRPr/>
              </a:pPr>
              <a:t>3</a:t>
            </a:fld>
            <a:endParaRPr lang="en-US"/>
          </a:p>
        </p:txBody>
      </p:sp>
    </p:spTree>
    <p:extLst>
      <p:ext uri="{BB962C8B-B14F-4D97-AF65-F5344CB8AC3E}">
        <p14:creationId xmlns:p14="http://schemas.microsoft.com/office/powerpoint/2010/main" val="1374080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that importing IFC to ORD was orphaning the majority of data fields</a:t>
            </a:r>
          </a:p>
          <a:p>
            <a:r>
              <a:rPr lang="en-US" dirty="0"/>
              <a:t>This is the process we developed to get closer to a lossless import of IFC </a:t>
            </a:r>
          </a:p>
        </p:txBody>
      </p:sp>
      <p:sp>
        <p:nvSpPr>
          <p:cNvPr id="4" name="Slide Number Placeholder 3"/>
          <p:cNvSpPr>
            <a:spLocks noGrp="1"/>
          </p:cNvSpPr>
          <p:nvPr>
            <p:ph type="sldNum" sz="quarter" idx="5"/>
          </p:nvPr>
        </p:nvSpPr>
        <p:spPr/>
        <p:txBody>
          <a:bodyPr/>
          <a:lstStyle/>
          <a:p>
            <a:pPr>
              <a:defRPr/>
            </a:pPr>
            <a:fld id="{DBCDC475-BD9A-4C4C-9E91-34CA21719164}" type="slidenum">
              <a:rPr lang="en-US" smtClean="0"/>
              <a:pPr>
                <a:defRPr/>
              </a:pPr>
              <a:t>4</a:t>
            </a:fld>
            <a:endParaRPr lang="en-US"/>
          </a:p>
        </p:txBody>
      </p:sp>
    </p:spTree>
    <p:extLst>
      <p:ext uri="{BB962C8B-B14F-4D97-AF65-F5344CB8AC3E}">
        <p14:creationId xmlns:p14="http://schemas.microsoft.com/office/powerpoint/2010/main" val="402578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2AD3F-CAFA-E4DB-79EB-30433DD8A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756AE-D97C-9ABD-33FC-8D8B16F970D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BCA427D-46E8-6E44-85A5-CE54BFB47120}"/>
              </a:ext>
            </a:extLst>
          </p:cNvPr>
          <p:cNvSpPr>
            <a:spLocks noGrp="1"/>
          </p:cNvSpPr>
          <p:nvPr>
            <p:ph type="body" idx="1"/>
          </p:nvPr>
        </p:nvSpPr>
        <p:spPr>
          <a:xfrm>
            <a:off x="1371600" y="11734800"/>
            <a:ext cx="10972800" cy="9601200"/>
          </a:xfrm>
          <a:prstGeom prst="rect">
            <a:avLst/>
          </a:prstGeom>
        </p:spPr>
        <p:txBody>
          <a:bodyPr/>
          <a:lstStyle/>
          <a:p>
            <a:r>
              <a:rPr lang="en-US" dirty="0"/>
              <a:t>This is about getting IFC data back into our database</a:t>
            </a:r>
          </a:p>
          <a:p>
            <a:r>
              <a:rPr lang="en-US" dirty="0" err="1"/>
              <a:t>IFCShell</a:t>
            </a:r>
            <a:r>
              <a:rPr lang="en-US" dirty="0"/>
              <a:t> is another option</a:t>
            </a:r>
          </a:p>
        </p:txBody>
      </p:sp>
    </p:spTree>
    <p:extLst>
      <p:ext uri="{BB962C8B-B14F-4D97-AF65-F5344CB8AC3E}">
        <p14:creationId xmlns:p14="http://schemas.microsoft.com/office/powerpoint/2010/main" val="996392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4B76B-D9A7-FDD5-BD01-A724DB9B4E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AAE98-C259-76C7-AEEC-F1EFBFA2023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9947359-AB76-0B20-B675-E24BB61E96A3}"/>
              </a:ext>
            </a:extLst>
          </p:cNvPr>
          <p:cNvSpPr>
            <a:spLocks noGrp="1"/>
          </p:cNvSpPr>
          <p:nvPr>
            <p:ph type="body" idx="1"/>
          </p:nvPr>
        </p:nvSpPr>
        <p:spPr>
          <a:xfrm>
            <a:off x="1371600" y="11734800"/>
            <a:ext cx="10972800" cy="9601200"/>
          </a:xfrm>
          <a:prstGeom prst="rect">
            <a:avLst/>
          </a:prstGeom>
        </p:spPr>
        <p:txBody>
          <a:bodyPr/>
          <a:lstStyle/>
          <a:p>
            <a:r>
              <a:rPr lang="en-US" dirty="0"/>
              <a:t>Do the assets you are working with warrant IFC or can they be communicated using GIS</a:t>
            </a:r>
          </a:p>
        </p:txBody>
      </p:sp>
    </p:spTree>
    <p:extLst>
      <p:ext uri="{BB962C8B-B14F-4D97-AF65-F5344CB8AC3E}">
        <p14:creationId xmlns:p14="http://schemas.microsoft.com/office/powerpoint/2010/main" val="3042363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61AE-511E-F546-A0EC-98DC2071E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89D72-B009-F3A2-EA0E-8E81004D461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6DE870F-3E03-1D92-60B6-0021A425E6FE}"/>
              </a:ext>
            </a:extLst>
          </p:cNvPr>
          <p:cNvSpPr>
            <a:spLocks noGrp="1"/>
          </p:cNvSpPr>
          <p:nvPr>
            <p:ph type="body" idx="1"/>
          </p:nvPr>
        </p:nvSpPr>
        <p:spPr>
          <a:xfrm>
            <a:off x="1371600" y="11734800"/>
            <a:ext cx="10972800" cy="9601200"/>
          </a:xfrm>
          <a:prstGeom prst="rect">
            <a:avLst/>
          </a:prstGeom>
        </p:spPr>
        <p:txBody>
          <a:bodyPr/>
          <a:lstStyle/>
          <a:p>
            <a:r>
              <a:rPr lang="en-US" dirty="0"/>
              <a:t>Ideally you define a common language including a dictionary to define words</a:t>
            </a:r>
          </a:p>
          <a:p>
            <a:r>
              <a:rPr lang="en-US" dirty="0"/>
              <a:t>Explain effort to create </a:t>
            </a:r>
            <a:r>
              <a:rPr lang="en-US" dirty="0" err="1"/>
              <a:t>bsdd</a:t>
            </a:r>
            <a:r>
              <a:rPr lang="en-US" dirty="0"/>
              <a:t> and resources we used and created</a:t>
            </a:r>
          </a:p>
        </p:txBody>
      </p:sp>
    </p:spTree>
    <p:extLst>
      <p:ext uri="{BB962C8B-B14F-4D97-AF65-F5344CB8AC3E}">
        <p14:creationId xmlns:p14="http://schemas.microsoft.com/office/powerpoint/2010/main" val="118147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B4BF-952C-3009-68C7-AE29ABA27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D68F5-532F-A52D-D065-6C3672E73FD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5CEEB01-2E5E-C16D-D46F-4C38523714D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76390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34D3E-5008-9EA0-231A-C4D6817E9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3ECE7-8686-B3B8-1EF8-728FF93EF71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E2C9C8C-1261-A6AF-BD45-1C7DCA15368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635034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194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lIns="94229" tIns="47114" rIns="94229" bIns="47114"/>
          <a:lstStyle/>
          <a:p>
            <a:fld id="{D3F80AC9-7137-4E28-921C-A335CC8AD7FD}" type="slidenum">
              <a:rPr lang="en-US" smtClean="0"/>
              <a:t>10</a:t>
            </a:fld>
            <a:endParaRPr lang="en-US"/>
          </a:p>
        </p:txBody>
      </p:sp>
    </p:spTree>
    <p:extLst>
      <p:ext uri="{BB962C8B-B14F-4D97-AF65-F5344CB8AC3E}">
        <p14:creationId xmlns:p14="http://schemas.microsoft.com/office/powerpoint/2010/main" val="813915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24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dirty="0">
                <a:solidFill>
                  <a:srgbClr val="1D7D5B"/>
                </a:solidFill>
                <a:latin typeface="Arial Black"/>
                <a:cs typeface="Arial Black"/>
              </a:rPr>
              <a:t>CLICK TO ADD TITLE</a:t>
            </a:r>
          </a:p>
        </p:txBody>
      </p:sp>
      <p:sp>
        <p:nvSpPr>
          <p:cNvPr id="3" name="Content Placeholder 2"/>
          <p:cNvSpPr>
            <a:spLocks noGrp="1"/>
          </p:cNvSpPr>
          <p:nvPr>
            <p:ph idx="1" hasCustomPrompt="1"/>
          </p:nvPr>
        </p:nvSpPr>
        <p:spPr>
          <a:xfrm>
            <a:off x="609600" y="1600202"/>
            <a:ext cx="10972800" cy="4525963"/>
          </a:xfrm>
          <a:prstGeom prst="rect">
            <a:avLst/>
          </a:prstGeom>
        </p:spPr>
        <p:txBody>
          <a:bodyPr/>
          <a:lstStyle>
            <a:lvl1pPr>
              <a:defRPr sz="1604"/>
            </a:lvl1pPr>
            <a:lvl2pPr>
              <a:defRPr sz="1604"/>
            </a:lvl2pPr>
            <a:lvl3pPr>
              <a:defRPr sz="1604"/>
            </a:lvl3pPr>
            <a:lvl4pPr>
              <a:defRPr sz="1604"/>
            </a:lvl4pPr>
            <a:lvl5pPr>
              <a:defRPr sz="1604"/>
            </a:lvl5pPr>
          </a:lstStyle>
          <a:p>
            <a:pPr lvl="0"/>
            <a:r>
              <a:rPr lang="en-US" dirty="0"/>
              <a:t>First level of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3622573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dirty="0">
                <a:solidFill>
                  <a:srgbClr val="1D7D5B"/>
                </a:solidFill>
                <a:latin typeface="Arial Black"/>
                <a:cs typeface="Arial Black"/>
              </a:rPr>
              <a:t>CLICK TO ADD TITLE</a:t>
            </a:r>
            <a:endParaRPr lang="en-US" dirty="0"/>
          </a:p>
        </p:txBody>
      </p:sp>
      <p:sp>
        <p:nvSpPr>
          <p:cNvPr id="3" name="Content Placeholder 2"/>
          <p:cNvSpPr>
            <a:spLocks noGrp="1"/>
          </p:cNvSpPr>
          <p:nvPr>
            <p:ph sz="half" idx="1" hasCustomPrompt="1"/>
          </p:nvPr>
        </p:nvSpPr>
        <p:spPr>
          <a:xfrm>
            <a:off x="609600" y="1600202"/>
            <a:ext cx="5384800" cy="4525963"/>
          </a:xfrm>
          <a:prstGeom prst="rect">
            <a:avLst/>
          </a:prstGeom>
        </p:spPr>
        <p:txBody>
          <a:bodyPr/>
          <a:lstStyle>
            <a:lvl1pPr>
              <a:defRPr sz="1604" baseline="0"/>
            </a:lvl1pPr>
            <a:lvl2pPr>
              <a:defRPr sz="1604"/>
            </a:lvl2pPr>
            <a:lvl3pPr>
              <a:defRPr sz="1604"/>
            </a:lvl3pPr>
            <a:lvl4pPr>
              <a:defRPr sz="1604"/>
            </a:lvl4pPr>
            <a:lvl5pPr>
              <a:defRPr sz="1604"/>
            </a:lvl5pPr>
            <a:lvl6pPr>
              <a:defRPr sz="1805"/>
            </a:lvl6pPr>
            <a:lvl7pPr>
              <a:defRPr sz="1805"/>
            </a:lvl7pPr>
            <a:lvl8pPr>
              <a:defRPr sz="1805"/>
            </a:lvl8pPr>
            <a:lvl9pPr>
              <a:defRPr sz="1805"/>
            </a:lvl9pPr>
          </a:lstStyle>
          <a:p>
            <a:pPr lvl="0"/>
            <a:r>
              <a:rPr lang="en-US" dirty="0"/>
              <a:t>First level of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97600" y="1600202"/>
            <a:ext cx="5384800" cy="4525963"/>
          </a:xfrm>
          <a:prstGeom prst="rect">
            <a:avLst/>
          </a:prstGeom>
        </p:spPr>
        <p:txBody>
          <a:bodyPr/>
          <a:lstStyle>
            <a:lvl1pPr>
              <a:defRPr sz="1604"/>
            </a:lvl1pPr>
            <a:lvl2pPr>
              <a:defRPr sz="1604"/>
            </a:lvl2pPr>
            <a:lvl3pPr>
              <a:defRPr sz="1604"/>
            </a:lvl3pPr>
            <a:lvl4pPr>
              <a:defRPr sz="1604"/>
            </a:lvl4pPr>
            <a:lvl5pPr>
              <a:defRPr sz="1604"/>
            </a:lvl5pPr>
            <a:lvl6pPr>
              <a:defRPr sz="1805"/>
            </a:lvl6pPr>
            <a:lvl7pPr>
              <a:defRPr sz="1805"/>
            </a:lvl7pPr>
            <a:lvl8pPr>
              <a:defRPr sz="1805"/>
            </a:lvl8pPr>
            <a:lvl9pPr>
              <a:defRPr sz="1805"/>
            </a:lvl9pPr>
          </a:lstStyle>
          <a:p>
            <a:pPr lvl="0"/>
            <a:r>
              <a:rPr lang="en-US" dirty="0"/>
              <a:t>First level of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903964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dirty="0">
                <a:solidFill>
                  <a:srgbClr val="1D7D5B"/>
                </a:solidFill>
                <a:latin typeface="Arial Black"/>
                <a:cs typeface="Arial Black"/>
              </a:rPr>
              <a:t>CLICK TO ADD TITLE</a:t>
            </a:r>
            <a:endParaRPr lang="en-US" dirty="0"/>
          </a:p>
        </p:txBody>
      </p:sp>
      <p:sp>
        <p:nvSpPr>
          <p:cNvPr id="3" name="Text Placeholder 2"/>
          <p:cNvSpPr>
            <a:spLocks noGrp="1"/>
          </p:cNvSpPr>
          <p:nvPr>
            <p:ph type="body" idx="1" hasCustomPrompt="1"/>
          </p:nvPr>
        </p:nvSpPr>
        <p:spPr>
          <a:xfrm>
            <a:off x="609600" y="1535114"/>
            <a:ext cx="5386918" cy="639763"/>
          </a:xfrm>
          <a:prstGeom prst="rect">
            <a:avLst/>
          </a:prstGeom>
        </p:spPr>
        <p:txBody>
          <a:bodyPr anchor="b"/>
          <a:lstStyle>
            <a:lvl1pPr marL="0" indent="0">
              <a:buNone/>
              <a:defRPr sz="2406" b="1" baseline="0"/>
            </a:lvl1pPr>
            <a:lvl2pPr marL="458343" indent="0">
              <a:buNone/>
              <a:defRPr sz="2005" b="1"/>
            </a:lvl2pPr>
            <a:lvl3pPr marL="916686" indent="0">
              <a:buNone/>
              <a:defRPr sz="1805" b="1"/>
            </a:lvl3pPr>
            <a:lvl4pPr marL="1375029" indent="0">
              <a:buNone/>
              <a:defRPr sz="1604" b="1"/>
            </a:lvl4pPr>
            <a:lvl5pPr marL="1833372" indent="0">
              <a:buNone/>
              <a:defRPr sz="1604" b="1"/>
            </a:lvl5pPr>
            <a:lvl6pPr marL="2291715" indent="0">
              <a:buNone/>
              <a:defRPr sz="1604" b="1"/>
            </a:lvl6pPr>
            <a:lvl7pPr marL="2750058" indent="0">
              <a:buNone/>
              <a:defRPr sz="1604" b="1"/>
            </a:lvl7pPr>
            <a:lvl8pPr marL="3208401" indent="0">
              <a:buNone/>
              <a:defRPr sz="1604" b="1"/>
            </a:lvl8pPr>
            <a:lvl9pPr marL="3666744" indent="0">
              <a:buNone/>
              <a:defRPr sz="1604" b="1"/>
            </a:lvl9pPr>
          </a:lstStyle>
          <a:p>
            <a:pPr lvl="0"/>
            <a:r>
              <a:rPr lang="en-US" dirty="0"/>
              <a:t>TITLE HERE</a:t>
            </a:r>
          </a:p>
        </p:txBody>
      </p:sp>
      <p:sp>
        <p:nvSpPr>
          <p:cNvPr id="4" name="Content Placeholder 3"/>
          <p:cNvSpPr>
            <a:spLocks noGrp="1"/>
          </p:cNvSpPr>
          <p:nvPr>
            <p:ph sz="half" idx="2" hasCustomPrompt="1"/>
          </p:nvPr>
        </p:nvSpPr>
        <p:spPr>
          <a:xfrm>
            <a:off x="609600" y="2174875"/>
            <a:ext cx="5386918" cy="3951288"/>
          </a:xfrm>
          <a:prstGeom prst="rect">
            <a:avLst/>
          </a:prstGeom>
        </p:spPr>
        <p:txBody>
          <a:bodyPr/>
          <a:lstStyle>
            <a:lvl1pPr>
              <a:defRPr sz="1604"/>
            </a:lvl1pPr>
            <a:lvl2pPr>
              <a:defRPr sz="1604"/>
            </a:lvl2pPr>
            <a:lvl3pPr>
              <a:defRPr sz="1604"/>
            </a:lvl3pPr>
            <a:lvl4pPr>
              <a:defRPr sz="1604"/>
            </a:lvl4pPr>
            <a:lvl5pPr>
              <a:defRPr sz="1604"/>
            </a:lvl5pPr>
            <a:lvl6pPr>
              <a:defRPr sz="1604"/>
            </a:lvl6pPr>
            <a:lvl7pPr>
              <a:defRPr sz="1604"/>
            </a:lvl7pPr>
            <a:lvl8pPr>
              <a:defRPr sz="1604"/>
            </a:lvl8pPr>
            <a:lvl9pPr>
              <a:defRPr sz="1604"/>
            </a:lvl9pPr>
          </a:lstStyle>
          <a:p>
            <a:pPr lvl="0"/>
            <a:r>
              <a:rPr lang="en-US" dirty="0"/>
              <a:t>First level of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93369" y="1535114"/>
            <a:ext cx="5389033" cy="639763"/>
          </a:xfrm>
          <a:prstGeom prst="rect">
            <a:avLst/>
          </a:prstGeom>
        </p:spPr>
        <p:txBody>
          <a:bodyPr anchor="b"/>
          <a:lstStyle>
            <a:lvl1pPr marL="0" indent="0">
              <a:buNone/>
              <a:defRPr sz="2406" b="1"/>
            </a:lvl1pPr>
            <a:lvl2pPr marL="458343" indent="0">
              <a:buNone/>
              <a:defRPr sz="2005" b="1"/>
            </a:lvl2pPr>
            <a:lvl3pPr marL="916686" indent="0">
              <a:buNone/>
              <a:defRPr sz="1805" b="1"/>
            </a:lvl3pPr>
            <a:lvl4pPr marL="1375029" indent="0">
              <a:buNone/>
              <a:defRPr sz="1604" b="1"/>
            </a:lvl4pPr>
            <a:lvl5pPr marL="1833372" indent="0">
              <a:buNone/>
              <a:defRPr sz="1604" b="1"/>
            </a:lvl5pPr>
            <a:lvl6pPr marL="2291715" indent="0">
              <a:buNone/>
              <a:defRPr sz="1604" b="1"/>
            </a:lvl6pPr>
            <a:lvl7pPr marL="2750058" indent="0">
              <a:buNone/>
              <a:defRPr sz="1604" b="1"/>
            </a:lvl7pPr>
            <a:lvl8pPr marL="3208401" indent="0">
              <a:buNone/>
              <a:defRPr sz="1604" b="1"/>
            </a:lvl8pPr>
            <a:lvl9pPr marL="3666744" indent="0">
              <a:buNone/>
              <a:defRPr sz="1604" b="1"/>
            </a:lvl9pPr>
          </a:lstStyle>
          <a:p>
            <a:pPr lvl="0"/>
            <a:r>
              <a:rPr lang="en-US" dirty="0"/>
              <a:t>TITLE HERE</a:t>
            </a:r>
          </a:p>
        </p:txBody>
      </p:sp>
      <p:sp>
        <p:nvSpPr>
          <p:cNvPr id="6" name="Content Placeholder 5"/>
          <p:cNvSpPr>
            <a:spLocks noGrp="1"/>
          </p:cNvSpPr>
          <p:nvPr>
            <p:ph sz="quarter" idx="4" hasCustomPrompt="1"/>
          </p:nvPr>
        </p:nvSpPr>
        <p:spPr>
          <a:xfrm>
            <a:off x="6193369" y="2174875"/>
            <a:ext cx="5389033" cy="3951288"/>
          </a:xfrm>
          <a:prstGeom prst="rect">
            <a:avLst/>
          </a:prstGeom>
        </p:spPr>
        <p:txBody>
          <a:bodyPr/>
          <a:lstStyle>
            <a:lvl1pPr>
              <a:defRPr sz="1604"/>
            </a:lvl1pPr>
            <a:lvl2pPr>
              <a:defRPr sz="1604"/>
            </a:lvl2pPr>
            <a:lvl3pPr>
              <a:defRPr sz="1604"/>
            </a:lvl3pPr>
            <a:lvl4pPr>
              <a:defRPr sz="1604"/>
            </a:lvl4pPr>
            <a:lvl5pPr>
              <a:defRPr sz="1604"/>
            </a:lvl5pPr>
            <a:lvl6pPr>
              <a:defRPr sz="1604"/>
            </a:lvl6pPr>
            <a:lvl7pPr>
              <a:defRPr sz="1604"/>
            </a:lvl7pPr>
            <a:lvl8pPr>
              <a:defRPr sz="1604"/>
            </a:lvl8pPr>
            <a:lvl9pPr>
              <a:defRPr sz="1604"/>
            </a:lvl9pPr>
          </a:lstStyle>
          <a:p>
            <a:pPr lvl="0"/>
            <a:r>
              <a:rPr lang="en-US" dirty="0"/>
              <a:t>First level of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400499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dirty="0">
                <a:solidFill>
                  <a:srgbClr val="1D7D5B"/>
                </a:solidFill>
                <a:latin typeface="Arial Black"/>
                <a:cs typeface="Arial Black"/>
              </a:rPr>
              <a:t>CLICK TO ADD TITLE</a:t>
            </a:r>
            <a:endParaRPr lang="en-US" dirty="0"/>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2458175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1884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on Left Bullets on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3" y="273050"/>
            <a:ext cx="4011084" cy="1162051"/>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dirty="0"/>
              <a:t>TITLE HERE</a:t>
            </a:r>
          </a:p>
        </p:txBody>
      </p:sp>
      <p:sp>
        <p:nvSpPr>
          <p:cNvPr id="3" name="Content Placeholder 2"/>
          <p:cNvSpPr>
            <a:spLocks noGrp="1"/>
          </p:cNvSpPr>
          <p:nvPr>
            <p:ph idx="1" hasCustomPrompt="1"/>
          </p:nvPr>
        </p:nvSpPr>
        <p:spPr>
          <a:xfrm>
            <a:off x="4766734" y="273053"/>
            <a:ext cx="6815666" cy="5853113"/>
          </a:xfrm>
          <a:prstGeom prst="rect">
            <a:avLst/>
          </a:prstGeom>
        </p:spPr>
        <p:txBody>
          <a:bodyPr/>
          <a:lstStyle>
            <a:lvl1pPr>
              <a:defRPr sz="1604"/>
            </a:lvl1pPr>
            <a:lvl2pPr>
              <a:defRPr sz="1604"/>
            </a:lvl2pPr>
            <a:lvl3pPr>
              <a:defRPr sz="1604"/>
            </a:lvl3pPr>
            <a:lvl4pPr>
              <a:defRPr sz="1604"/>
            </a:lvl4pPr>
            <a:lvl5pPr>
              <a:defRPr sz="1604"/>
            </a:lvl5pPr>
            <a:lvl6pPr>
              <a:defRPr sz="2005"/>
            </a:lvl6pPr>
            <a:lvl7pPr>
              <a:defRPr sz="2005"/>
            </a:lvl7pPr>
            <a:lvl8pPr>
              <a:defRPr sz="2005"/>
            </a:lvl8pPr>
            <a:lvl9pPr>
              <a:defRPr sz="2005"/>
            </a:lvl9pPr>
          </a:lstStyle>
          <a:p>
            <a:pPr lvl="0"/>
            <a:r>
              <a:rPr lang="en-US" dirty="0"/>
              <a:t>First level of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09603" y="1435103"/>
            <a:ext cx="4011084" cy="4691063"/>
          </a:xfrm>
          <a:prstGeom prst="rect">
            <a:avLst/>
          </a:prstGeom>
        </p:spPr>
        <p:txBody>
          <a:bodyPr/>
          <a:lstStyle>
            <a:lvl1pPr marL="0" indent="0">
              <a:buNone/>
              <a:defRPr sz="1604"/>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dirty="0"/>
              <a:t>Content can go here.</a:t>
            </a:r>
          </a:p>
        </p:txBody>
      </p:sp>
      <p:sp>
        <p:nvSpPr>
          <p:cNvPr id="8"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2107403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hoto with Caption Un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8" y="4800601"/>
            <a:ext cx="7315200" cy="566739"/>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dirty="0"/>
              <a:t>TITLE HERE</a:t>
            </a:r>
          </a:p>
        </p:txBody>
      </p:sp>
      <p:sp>
        <p:nvSpPr>
          <p:cNvPr id="3" name="Picture Placeholder 2"/>
          <p:cNvSpPr>
            <a:spLocks noGrp="1"/>
          </p:cNvSpPr>
          <p:nvPr>
            <p:ph type="pic" idx="1"/>
          </p:nvPr>
        </p:nvSpPr>
        <p:spPr>
          <a:xfrm>
            <a:off x="2389718" y="612775"/>
            <a:ext cx="7315200" cy="4114800"/>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dirty="0"/>
              <a:t>Click icon to add picture</a:t>
            </a:r>
          </a:p>
        </p:txBody>
      </p:sp>
      <p:sp>
        <p:nvSpPr>
          <p:cNvPr id="4" name="Text Placeholder 3"/>
          <p:cNvSpPr>
            <a:spLocks noGrp="1"/>
          </p:cNvSpPr>
          <p:nvPr>
            <p:ph type="body" sz="half" idx="2" hasCustomPrompt="1"/>
          </p:nvPr>
        </p:nvSpPr>
        <p:spPr>
          <a:xfrm>
            <a:off x="2389718" y="5367339"/>
            <a:ext cx="7315200" cy="804863"/>
          </a:xfrm>
          <a:prstGeom prst="rect">
            <a:avLst/>
          </a:prstGeom>
        </p:spPr>
        <p:txBody>
          <a:bodyPr/>
          <a:lstStyle>
            <a:lvl1pPr marL="0" indent="0">
              <a:buNone/>
              <a:defRPr sz="1604" baseline="0"/>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dirty="0"/>
              <a:t>Content can go here.</a:t>
            </a:r>
          </a:p>
        </p:txBody>
      </p:sp>
      <p:sp>
        <p:nvSpPr>
          <p:cNvPr id="8"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2329803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hoto with Caption Ab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8" y="550362"/>
            <a:ext cx="7315200" cy="566739"/>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dirty="0"/>
              <a:t>TITLE HERE</a:t>
            </a:r>
          </a:p>
        </p:txBody>
      </p:sp>
      <p:sp>
        <p:nvSpPr>
          <p:cNvPr id="3" name="Picture Placeholder 2"/>
          <p:cNvSpPr>
            <a:spLocks noGrp="1"/>
          </p:cNvSpPr>
          <p:nvPr>
            <p:ph type="pic" idx="1"/>
          </p:nvPr>
        </p:nvSpPr>
        <p:spPr>
          <a:xfrm>
            <a:off x="2389718" y="2007499"/>
            <a:ext cx="7315200" cy="4114800"/>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dirty="0"/>
              <a:t>Click icon to add picture</a:t>
            </a:r>
          </a:p>
        </p:txBody>
      </p:sp>
      <p:sp>
        <p:nvSpPr>
          <p:cNvPr id="4" name="Text Placeholder 3"/>
          <p:cNvSpPr>
            <a:spLocks noGrp="1"/>
          </p:cNvSpPr>
          <p:nvPr>
            <p:ph type="body" sz="half" idx="2" hasCustomPrompt="1"/>
          </p:nvPr>
        </p:nvSpPr>
        <p:spPr>
          <a:xfrm>
            <a:off x="2389718" y="1117102"/>
            <a:ext cx="7315200" cy="804863"/>
          </a:xfrm>
          <a:prstGeom prst="rect">
            <a:avLst/>
          </a:prstGeom>
        </p:spPr>
        <p:txBody>
          <a:bodyPr/>
          <a:lstStyle>
            <a:lvl1pPr marL="0" indent="0">
              <a:buNone/>
              <a:defRPr sz="1604"/>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dirty="0"/>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191936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hoto on Left Content on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87228" y="506503"/>
            <a:ext cx="5055685" cy="595917"/>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dirty="0"/>
              <a:t>TITLE HERE</a:t>
            </a:r>
          </a:p>
        </p:txBody>
      </p:sp>
      <p:sp>
        <p:nvSpPr>
          <p:cNvPr id="3" name="Picture Placeholder 2"/>
          <p:cNvSpPr>
            <a:spLocks noGrp="1"/>
          </p:cNvSpPr>
          <p:nvPr>
            <p:ph type="pic" idx="1"/>
          </p:nvPr>
        </p:nvSpPr>
        <p:spPr>
          <a:xfrm>
            <a:off x="578965" y="517343"/>
            <a:ext cx="5362266" cy="5538688"/>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dirty="0"/>
              <a:t>Click icon to add picture</a:t>
            </a:r>
          </a:p>
        </p:txBody>
      </p:sp>
      <p:sp>
        <p:nvSpPr>
          <p:cNvPr id="4" name="Text Placeholder 3"/>
          <p:cNvSpPr>
            <a:spLocks noGrp="1"/>
          </p:cNvSpPr>
          <p:nvPr>
            <p:ph type="body" sz="half" idx="2" hasCustomPrompt="1"/>
          </p:nvPr>
        </p:nvSpPr>
        <p:spPr>
          <a:xfrm>
            <a:off x="6587231" y="1102419"/>
            <a:ext cx="5055684" cy="4960953"/>
          </a:xfrm>
          <a:prstGeom prst="rect">
            <a:avLst/>
          </a:prstGeom>
        </p:spPr>
        <p:txBody>
          <a:bodyPr/>
          <a:lstStyle>
            <a:lvl1pPr marL="0" indent="0">
              <a:buNone/>
              <a:defRPr sz="1604" baseline="0"/>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dirty="0"/>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Tree>
    <p:extLst>
      <p:ext uri="{BB962C8B-B14F-4D97-AF65-F5344CB8AC3E}">
        <p14:creationId xmlns:p14="http://schemas.microsoft.com/office/powerpoint/2010/main" val="2083504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Photos on Left Content on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87228" y="506503"/>
            <a:ext cx="5055685" cy="595917"/>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dirty="0"/>
              <a:t>TITLE HERE</a:t>
            </a:r>
          </a:p>
        </p:txBody>
      </p:sp>
      <p:sp>
        <p:nvSpPr>
          <p:cNvPr id="3" name="Picture Placeholder 2"/>
          <p:cNvSpPr>
            <a:spLocks noGrp="1"/>
          </p:cNvSpPr>
          <p:nvPr>
            <p:ph type="pic" idx="1"/>
          </p:nvPr>
        </p:nvSpPr>
        <p:spPr>
          <a:xfrm>
            <a:off x="578965" y="517346"/>
            <a:ext cx="5362266" cy="2705201"/>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dirty="0"/>
              <a:t>Click icon to add picture</a:t>
            </a:r>
          </a:p>
        </p:txBody>
      </p:sp>
      <p:sp>
        <p:nvSpPr>
          <p:cNvPr id="4" name="Text Placeholder 3"/>
          <p:cNvSpPr>
            <a:spLocks noGrp="1"/>
          </p:cNvSpPr>
          <p:nvPr>
            <p:ph type="body" sz="half" idx="2" hasCustomPrompt="1"/>
          </p:nvPr>
        </p:nvSpPr>
        <p:spPr>
          <a:xfrm>
            <a:off x="6587231" y="1102419"/>
            <a:ext cx="5055684" cy="4960953"/>
          </a:xfrm>
          <a:prstGeom prst="rect">
            <a:avLst/>
          </a:prstGeom>
        </p:spPr>
        <p:txBody>
          <a:bodyPr/>
          <a:lstStyle>
            <a:lvl1pPr marL="0" indent="0">
              <a:buNone/>
              <a:defRPr sz="1604" baseline="0"/>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dirty="0"/>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
        <p:nvSpPr>
          <p:cNvPr id="7" name="Picture Placeholder 2"/>
          <p:cNvSpPr>
            <a:spLocks noGrp="1"/>
          </p:cNvSpPr>
          <p:nvPr>
            <p:ph type="pic" idx="13"/>
          </p:nvPr>
        </p:nvSpPr>
        <p:spPr>
          <a:xfrm>
            <a:off x="576620" y="3354676"/>
            <a:ext cx="5362266" cy="2706944"/>
          </a:xfrm>
          <a:prstGeom prst="rect">
            <a:avLst/>
          </a:prstGeom>
        </p:spPr>
        <p:txBody>
          <a:bodyPr rtlCol="0">
            <a:normAutofit/>
          </a:bodyPr>
          <a:lstStyle>
            <a:lvl1pPr marL="0" indent="0">
              <a:buNone/>
              <a:defRPr lang="en-US" sz="1604" kern="1200" noProof="0" dirty="0" smtClean="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lvl="0"/>
            <a:r>
              <a:rPr lang="en-US" noProof="0" dirty="0"/>
              <a:t>Click icon to add picture</a:t>
            </a:r>
          </a:p>
        </p:txBody>
      </p:sp>
    </p:spTree>
    <p:extLst>
      <p:ext uri="{BB962C8B-B14F-4D97-AF65-F5344CB8AC3E}">
        <p14:creationId xmlns:p14="http://schemas.microsoft.com/office/powerpoint/2010/main" val="2472694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on Top, Three Photos on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485" y="506503"/>
            <a:ext cx="11060278" cy="595917"/>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dirty="0"/>
              <a:t>TITLE HERE</a:t>
            </a:r>
          </a:p>
        </p:txBody>
      </p:sp>
      <p:sp>
        <p:nvSpPr>
          <p:cNvPr id="4" name="Text Placeholder 3"/>
          <p:cNvSpPr>
            <a:spLocks noGrp="1"/>
          </p:cNvSpPr>
          <p:nvPr>
            <p:ph type="body" sz="half" idx="2" hasCustomPrompt="1"/>
          </p:nvPr>
        </p:nvSpPr>
        <p:spPr>
          <a:xfrm>
            <a:off x="577487" y="1262594"/>
            <a:ext cx="11060278" cy="3156479"/>
          </a:xfrm>
          <a:prstGeom prst="rect">
            <a:avLst/>
          </a:prstGeom>
        </p:spPr>
        <p:txBody>
          <a:bodyPr/>
          <a:lstStyle>
            <a:lvl1pPr marL="0" indent="0">
              <a:buNone/>
              <a:defRPr sz="1604"/>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dirty="0"/>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dirty="0"/>
          </a:p>
        </p:txBody>
      </p:sp>
      <p:sp>
        <p:nvSpPr>
          <p:cNvPr id="7" name="Picture Placeholder 2"/>
          <p:cNvSpPr>
            <a:spLocks noGrp="1"/>
          </p:cNvSpPr>
          <p:nvPr>
            <p:ph type="pic" idx="13"/>
          </p:nvPr>
        </p:nvSpPr>
        <p:spPr>
          <a:xfrm>
            <a:off x="4491765" y="4556790"/>
            <a:ext cx="3240644" cy="1497489"/>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dirty="0"/>
              <a:t>Click icon to add picture</a:t>
            </a:r>
          </a:p>
        </p:txBody>
      </p:sp>
      <p:sp>
        <p:nvSpPr>
          <p:cNvPr id="9" name="Picture Placeholder 2"/>
          <p:cNvSpPr>
            <a:spLocks noGrp="1"/>
          </p:cNvSpPr>
          <p:nvPr>
            <p:ph type="pic" idx="15"/>
          </p:nvPr>
        </p:nvSpPr>
        <p:spPr>
          <a:xfrm>
            <a:off x="564490" y="4555035"/>
            <a:ext cx="3240644" cy="1497489"/>
          </a:xfrm>
          <a:prstGeom prst="rect">
            <a:avLst/>
          </a:prstGeom>
        </p:spPr>
        <p:txBody>
          <a:bodyPr rtlCol="0">
            <a:normAutofit/>
          </a:bodyPr>
          <a:lstStyle>
            <a:lvl1pPr marL="0" indent="0">
              <a:buNone/>
              <a:defRPr sz="1604"/>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lvl="0"/>
            <a:r>
              <a:rPr lang="en-US" noProof="0" dirty="0"/>
              <a:t>Click icon to add picture</a:t>
            </a:r>
          </a:p>
        </p:txBody>
      </p:sp>
      <p:sp>
        <p:nvSpPr>
          <p:cNvPr id="10" name="Picture Placeholder 2"/>
          <p:cNvSpPr>
            <a:spLocks noGrp="1"/>
          </p:cNvSpPr>
          <p:nvPr>
            <p:ph type="pic" idx="16"/>
          </p:nvPr>
        </p:nvSpPr>
        <p:spPr>
          <a:xfrm>
            <a:off x="8394776" y="4555037"/>
            <a:ext cx="3240644" cy="1497489"/>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dirty="0"/>
              <a:t>Click icon to add picture</a:t>
            </a:r>
          </a:p>
        </p:txBody>
      </p:sp>
    </p:spTree>
    <p:extLst>
      <p:ext uri="{BB962C8B-B14F-4D97-AF65-F5344CB8AC3E}">
        <p14:creationId xmlns:p14="http://schemas.microsoft.com/office/powerpoint/2010/main" val="668987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a:solidFill>
                  <a:srgbClr val="1D7D5B"/>
                </a:solidFill>
                <a:latin typeface="Arial Black"/>
                <a:cs typeface="Arial Black"/>
              </a:rPr>
              <a:t>CLICK TO ADD TITLE</a:t>
            </a:r>
          </a:p>
        </p:txBody>
      </p:sp>
      <p:sp>
        <p:nvSpPr>
          <p:cNvPr id="3" name="Content Placeholder 2"/>
          <p:cNvSpPr>
            <a:spLocks noGrp="1"/>
          </p:cNvSpPr>
          <p:nvPr>
            <p:ph idx="1" hasCustomPrompt="1"/>
          </p:nvPr>
        </p:nvSpPr>
        <p:spPr>
          <a:xfrm>
            <a:off x="609600" y="1600202"/>
            <a:ext cx="10972800" cy="4525963"/>
          </a:xfrm>
          <a:prstGeom prst="rect">
            <a:avLst/>
          </a:prstGeom>
        </p:spPr>
        <p:txBody>
          <a:bodyPr/>
          <a:lstStyle>
            <a:lvl1pPr>
              <a:defRPr sz="1604"/>
            </a:lvl1pPr>
            <a:lvl2pPr>
              <a:defRPr sz="1604"/>
            </a:lvl2pPr>
            <a:lvl3pPr>
              <a:defRPr sz="1604"/>
            </a:lvl3pPr>
            <a:lvl4pPr>
              <a:defRPr sz="1604"/>
            </a:lvl4pPr>
            <a:lvl5pPr>
              <a:defRPr sz="1604"/>
            </a:lvl5pPr>
          </a:lstStyle>
          <a:p>
            <a:pPr lvl="0"/>
            <a:r>
              <a:rPr lang="en-US"/>
              <a:t>First level of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pic>
        <p:nvPicPr>
          <p:cNvPr id="11" name="Picture 10">
            <a:extLst>
              <a:ext uri="{FF2B5EF4-FFF2-40B4-BE49-F238E27FC236}">
                <a16:creationId xmlns:a16="http://schemas.microsoft.com/office/drawing/2014/main" id="{1C0B5022-1FE4-206B-FF7D-ACBCCB6571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0915" y="6492877"/>
            <a:ext cx="2490170" cy="290418"/>
          </a:xfrm>
          <a:prstGeom prst="rect">
            <a:avLst/>
          </a:prstGeom>
        </p:spPr>
      </p:pic>
    </p:spTree>
    <p:extLst>
      <p:ext uri="{BB962C8B-B14F-4D97-AF65-F5344CB8AC3E}">
        <p14:creationId xmlns:p14="http://schemas.microsoft.com/office/powerpoint/2010/main" val="1339888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a:solidFill>
                  <a:srgbClr val="1D7D5B"/>
                </a:solidFill>
                <a:latin typeface="Arial Black"/>
                <a:cs typeface="Arial Black"/>
              </a:rPr>
              <a:t>CLICK TO ADD TITLE</a:t>
            </a:r>
            <a:endParaRPr lang="en-US"/>
          </a:p>
        </p:txBody>
      </p:sp>
      <p:sp>
        <p:nvSpPr>
          <p:cNvPr id="3" name="Content Placeholder 2"/>
          <p:cNvSpPr>
            <a:spLocks noGrp="1"/>
          </p:cNvSpPr>
          <p:nvPr>
            <p:ph sz="half" idx="1" hasCustomPrompt="1"/>
          </p:nvPr>
        </p:nvSpPr>
        <p:spPr>
          <a:xfrm>
            <a:off x="609600" y="1600202"/>
            <a:ext cx="5384800" cy="4525963"/>
          </a:xfrm>
          <a:prstGeom prst="rect">
            <a:avLst/>
          </a:prstGeom>
        </p:spPr>
        <p:txBody>
          <a:bodyPr/>
          <a:lstStyle>
            <a:lvl1pPr>
              <a:defRPr sz="1604" baseline="0"/>
            </a:lvl1pPr>
            <a:lvl2pPr>
              <a:defRPr sz="1604"/>
            </a:lvl2pPr>
            <a:lvl3pPr>
              <a:defRPr sz="1604"/>
            </a:lvl3pPr>
            <a:lvl4pPr>
              <a:defRPr sz="1604"/>
            </a:lvl4pPr>
            <a:lvl5pPr>
              <a:defRPr sz="1604"/>
            </a:lvl5pPr>
            <a:lvl6pPr>
              <a:defRPr sz="1805"/>
            </a:lvl6pPr>
            <a:lvl7pPr>
              <a:defRPr sz="1805"/>
            </a:lvl7pPr>
            <a:lvl8pPr>
              <a:defRPr sz="1805"/>
            </a:lvl8pPr>
            <a:lvl9pPr>
              <a:defRPr sz="1805"/>
            </a:lvl9pPr>
          </a:lstStyle>
          <a:p>
            <a:pPr lvl="0"/>
            <a:r>
              <a:rPr lang="en-US"/>
              <a:t>First level of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197600" y="1600202"/>
            <a:ext cx="5384800" cy="4525963"/>
          </a:xfrm>
          <a:prstGeom prst="rect">
            <a:avLst/>
          </a:prstGeom>
        </p:spPr>
        <p:txBody>
          <a:bodyPr/>
          <a:lstStyle>
            <a:lvl1pPr>
              <a:defRPr sz="1604"/>
            </a:lvl1pPr>
            <a:lvl2pPr>
              <a:defRPr sz="1604"/>
            </a:lvl2pPr>
            <a:lvl3pPr>
              <a:defRPr sz="1604"/>
            </a:lvl3pPr>
            <a:lvl4pPr>
              <a:defRPr sz="1604"/>
            </a:lvl4pPr>
            <a:lvl5pPr>
              <a:defRPr sz="1604"/>
            </a:lvl5pPr>
            <a:lvl6pPr>
              <a:defRPr sz="1805"/>
            </a:lvl6pPr>
            <a:lvl7pPr>
              <a:defRPr sz="1805"/>
            </a:lvl7pPr>
            <a:lvl8pPr>
              <a:defRPr sz="1805"/>
            </a:lvl8pPr>
            <a:lvl9pPr>
              <a:defRPr sz="1805"/>
            </a:lvl9pPr>
          </a:lstStyle>
          <a:p>
            <a:pPr lvl="0"/>
            <a:r>
              <a:rPr lang="en-US"/>
              <a:t>First level of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2675372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a:solidFill>
                  <a:srgbClr val="1D7D5B"/>
                </a:solidFill>
                <a:latin typeface="Arial Black"/>
                <a:cs typeface="Arial Black"/>
              </a:rPr>
              <a:t>CLICK TO ADD TITLE</a:t>
            </a:r>
            <a:endParaRPr lang="en-US"/>
          </a:p>
        </p:txBody>
      </p:sp>
      <p:sp>
        <p:nvSpPr>
          <p:cNvPr id="3" name="Text Placeholder 2"/>
          <p:cNvSpPr>
            <a:spLocks noGrp="1"/>
          </p:cNvSpPr>
          <p:nvPr>
            <p:ph type="body" idx="1" hasCustomPrompt="1"/>
          </p:nvPr>
        </p:nvSpPr>
        <p:spPr>
          <a:xfrm>
            <a:off x="609600" y="1535114"/>
            <a:ext cx="5386918" cy="639763"/>
          </a:xfrm>
          <a:prstGeom prst="rect">
            <a:avLst/>
          </a:prstGeom>
        </p:spPr>
        <p:txBody>
          <a:bodyPr anchor="b"/>
          <a:lstStyle>
            <a:lvl1pPr marL="0" indent="0">
              <a:buNone/>
              <a:defRPr sz="2406" b="1" baseline="0"/>
            </a:lvl1pPr>
            <a:lvl2pPr marL="458343" indent="0">
              <a:buNone/>
              <a:defRPr sz="2005" b="1"/>
            </a:lvl2pPr>
            <a:lvl3pPr marL="916686" indent="0">
              <a:buNone/>
              <a:defRPr sz="1805" b="1"/>
            </a:lvl3pPr>
            <a:lvl4pPr marL="1375029" indent="0">
              <a:buNone/>
              <a:defRPr sz="1604" b="1"/>
            </a:lvl4pPr>
            <a:lvl5pPr marL="1833372" indent="0">
              <a:buNone/>
              <a:defRPr sz="1604" b="1"/>
            </a:lvl5pPr>
            <a:lvl6pPr marL="2291715" indent="0">
              <a:buNone/>
              <a:defRPr sz="1604" b="1"/>
            </a:lvl6pPr>
            <a:lvl7pPr marL="2750058" indent="0">
              <a:buNone/>
              <a:defRPr sz="1604" b="1"/>
            </a:lvl7pPr>
            <a:lvl8pPr marL="3208401" indent="0">
              <a:buNone/>
              <a:defRPr sz="1604" b="1"/>
            </a:lvl8pPr>
            <a:lvl9pPr marL="3666744" indent="0">
              <a:buNone/>
              <a:defRPr sz="1604" b="1"/>
            </a:lvl9pPr>
          </a:lstStyle>
          <a:p>
            <a:pPr lvl="0"/>
            <a:r>
              <a:rPr lang="en-US"/>
              <a:t>TITLE HERE</a:t>
            </a:r>
          </a:p>
        </p:txBody>
      </p:sp>
      <p:sp>
        <p:nvSpPr>
          <p:cNvPr id="4" name="Content Placeholder 3"/>
          <p:cNvSpPr>
            <a:spLocks noGrp="1"/>
          </p:cNvSpPr>
          <p:nvPr>
            <p:ph sz="half" idx="2" hasCustomPrompt="1"/>
          </p:nvPr>
        </p:nvSpPr>
        <p:spPr>
          <a:xfrm>
            <a:off x="609600" y="2174875"/>
            <a:ext cx="5386918" cy="3951288"/>
          </a:xfrm>
          <a:prstGeom prst="rect">
            <a:avLst/>
          </a:prstGeom>
        </p:spPr>
        <p:txBody>
          <a:bodyPr/>
          <a:lstStyle>
            <a:lvl1pPr>
              <a:defRPr sz="1604"/>
            </a:lvl1pPr>
            <a:lvl2pPr>
              <a:defRPr sz="1604"/>
            </a:lvl2pPr>
            <a:lvl3pPr>
              <a:defRPr sz="1604"/>
            </a:lvl3pPr>
            <a:lvl4pPr>
              <a:defRPr sz="1604"/>
            </a:lvl4pPr>
            <a:lvl5pPr>
              <a:defRPr sz="1604"/>
            </a:lvl5pPr>
            <a:lvl6pPr>
              <a:defRPr sz="1604"/>
            </a:lvl6pPr>
            <a:lvl7pPr>
              <a:defRPr sz="1604"/>
            </a:lvl7pPr>
            <a:lvl8pPr>
              <a:defRPr sz="1604"/>
            </a:lvl8pPr>
            <a:lvl9pPr>
              <a:defRPr sz="1604"/>
            </a:lvl9pPr>
          </a:lstStyle>
          <a:p>
            <a:pPr lvl="0"/>
            <a:r>
              <a:rPr lang="en-US"/>
              <a:t>First level of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193369" y="1535114"/>
            <a:ext cx="5389033" cy="639763"/>
          </a:xfrm>
          <a:prstGeom prst="rect">
            <a:avLst/>
          </a:prstGeom>
        </p:spPr>
        <p:txBody>
          <a:bodyPr anchor="b"/>
          <a:lstStyle>
            <a:lvl1pPr marL="0" indent="0">
              <a:buNone/>
              <a:defRPr sz="2406" b="1"/>
            </a:lvl1pPr>
            <a:lvl2pPr marL="458343" indent="0">
              <a:buNone/>
              <a:defRPr sz="2005" b="1"/>
            </a:lvl2pPr>
            <a:lvl3pPr marL="916686" indent="0">
              <a:buNone/>
              <a:defRPr sz="1805" b="1"/>
            </a:lvl3pPr>
            <a:lvl4pPr marL="1375029" indent="0">
              <a:buNone/>
              <a:defRPr sz="1604" b="1"/>
            </a:lvl4pPr>
            <a:lvl5pPr marL="1833372" indent="0">
              <a:buNone/>
              <a:defRPr sz="1604" b="1"/>
            </a:lvl5pPr>
            <a:lvl6pPr marL="2291715" indent="0">
              <a:buNone/>
              <a:defRPr sz="1604" b="1"/>
            </a:lvl6pPr>
            <a:lvl7pPr marL="2750058" indent="0">
              <a:buNone/>
              <a:defRPr sz="1604" b="1"/>
            </a:lvl7pPr>
            <a:lvl8pPr marL="3208401" indent="0">
              <a:buNone/>
              <a:defRPr sz="1604" b="1"/>
            </a:lvl8pPr>
            <a:lvl9pPr marL="3666744" indent="0">
              <a:buNone/>
              <a:defRPr sz="1604" b="1"/>
            </a:lvl9pPr>
          </a:lstStyle>
          <a:p>
            <a:pPr lvl="0"/>
            <a:r>
              <a:rPr lang="en-US"/>
              <a:t>TITLE HERE</a:t>
            </a:r>
          </a:p>
        </p:txBody>
      </p:sp>
      <p:sp>
        <p:nvSpPr>
          <p:cNvPr id="6" name="Content Placeholder 5"/>
          <p:cNvSpPr>
            <a:spLocks noGrp="1"/>
          </p:cNvSpPr>
          <p:nvPr>
            <p:ph sz="quarter" idx="4" hasCustomPrompt="1"/>
          </p:nvPr>
        </p:nvSpPr>
        <p:spPr>
          <a:xfrm>
            <a:off x="6193369" y="2174875"/>
            <a:ext cx="5389033" cy="3951288"/>
          </a:xfrm>
          <a:prstGeom prst="rect">
            <a:avLst/>
          </a:prstGeom>
        </p:spPr>
        <p:txBody>
          <a:bodyPr/>
          <a:lstStyle>
            <a:lvl1pPr>
              <a:defRPr sz="1604"/>
            </a:lvl1pPr>
            <a:lvl2pPr>
              <a:defRPr sz="1604"/>
            </a:lvl2pPr>
            <a:lvl3pPr>
              <a:defRPr sz="1604"/>
            </a:lvl3pPr>
            <a:lvl4pPr>
              <a:defRPr sz="1604"/>
            </a:lvl4pPr>
            <a:lvl5pPr>
              <a:defRPr sz="1604"/>
            </a:lvl5pPr>
            <a:lvl6pPr>
              <a:defRPr sz="1604"/>
            </a:lvl6pPr>
            <a:lvl7pPr>
              <a:defRPr sz="1604"/>
            </a:lvl7pPr>
            <a:lvl8pPr>
              <a:defRPr sz="1604"/>
            </a:lvl8pPr>
            <a:lvl9pPr>
              <a:defRPr sz="1604"/>
            </a:lvl9pPr>
          </a:lstStyle>
          <a:p>
            <a:pPr lvl="0"/>
            <a:r>
              <a:rPr lang="en-US"/>
              <a:t>First level of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54839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1143000"/>
          </a:xfrm>
          <a:prstGeom prst="rect">
            <a:avLst/>
          </a:prstGeom>
        </p:spPr>
        <p:txBody>
          <a:bodyPr/>
          <a:lstStyle>
            <a:lvl1pPr marL="0" marR="0" indent="0" algn="l" defTabSz="458343" rtl="0" eaLnBrk="0" fontAlgn="base" latinLnBrk="0" hangingPunct="0">
              <a:lnSpc>
                <a:spcPct val="100000"/>
              </a:lnSpc>
              <a:spcBef>
                <a:spcPct val="0"/>
              </a:spcBef>
              <a:spcAft>
                <a:spcPct val="0"/>
              </a:spcAft>
              <a:buClrTx/>
              <a:buSzTx/>
              <a:buFontTx/>
              <a:buNone/>
              <a:tabLst/>
              <a:defRPr lang="en-US" sz="3609" b="1" kern="1200" dirty="0">
                <a:solidFill>
                  <a:srgbClr val="1D7D5B"/>
                </a:solidFill>
                <a:latin typeface="Arial Black"/>
                <a:ea typeface="+mj-ea"/>
                <a:cs typeface="Arial Black"/>
              </a:defRPr>
            </a:lvl1pPr>
          </a:lstStyle>
          <a:p>
            <a:r>
              <a:rPr lang="en-US" sz="3609">
                <a:solidFill>
                  <a:srgbClr val="1D7D5B"/>
                </a:solidFill>
                <a:latin typeface="Arial Black"/>
                <a:cs typeface="Arial Black"/>
              </a:rPr>
              <a:t>CLICK TO ADD TITLE</a:t>
            </a:r>
            <a:endParaRPr lang="en-US"/>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564278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16456921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on Left Bullets on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3" y="273050"/>
            <a:ext cx="4011084" cy="1162051"/>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a:t>TITLE HERE</a:t>
            </a:r>
          </a:p>
        </p:txBody>
      </p:sp>
      <p:sp>
        <p:nvSpPr>
          <p:cNvPr id="3" name="Content Placeholder 2"/>
          <p:cNvSpPr>
            <a:spLocks noGrp="1"/>
          </p:cNvSpPr>
          <p:nvPr>
            <p:ph idx="1" hasCustomPrompt="1"/>
          </p:nvPr>
        </p:nvSpPr>
        <p:spPr>
          <a:xfrm>
            <a:off x="4766734" y="273053"/>
            <a:ext cx="6815666" cy="5853113"/>
          </a:xfrm>
          <a:prstGeom prst="rect">
            <a:avLst/>
          </a:prstGeom>
        </p:spPr>
        <p:txBody>
          <a:bodyPr/>
          <a:lstStyle>
            <a:lvl1pPr>
              <a:defRPr sz="1604"/>
            </a:lvl1pPr>
            <a:lvl2pPr>
              <a:defRPr sz="1604"/>
            </a:lvl2pPr>
            <a:lvl3pPr>
              <a:defRPr sz="1604"/>
            </a:lvl3pPr>
            <a:lvl4pPr>
              <a:defRPr sz="1604"/>
            </a:lvl4pPr>
            <a:lvl5pPr>
              <a:defRPr sz="1604"/>
            </a:lvl5pPr>
            <a:lvl6pPr>
              <a:defRPr sz="2005"/>
            </a:lvl6pPr>
            <a:lvl7pPr>
              <a:defRPr sz="2005"/>
            </a:lvl7pPr>
            <a:lvl8pPr>
              <a:defRPr sz="2005"/>
            </a:lvl8pPr>
            <a:lvl9pPr>
              <a:defRPr sz="2005"/>
            </a:lvl9pPr>
          </a:lstStyle>
          <a:p>
            <a:pPr lvl="0"/>
            <a:r>
              <a:rPr lang="en-US"/>
              <a:t>First level of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609603" y="1435103"/>
            <a:ext cx="4011084" cy="4691063"/>
          </a:xfrm>
          <a:prstGeom prst="rect">
            <a:avLst/>
          </a:prstGeom>
        </p:spPr>
        <p:txBody>
          <a:bodyPr/>
          <a:lstStyle>
            <a:lvl1pPr marL="0" indent="0">
              <a:buNone/>
              <a:defRPr sz="1604"/>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a:t>Content can go here.</a:t>
            </a:r>
          </a:p>
        </p:txBody>
      </p:sp>
      <p:sp>
        <p:nvSpPr>
          <p:cNvPr id="8"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23394627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hoto with Caption Un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8" y="4800601"/>
            <a:ext cx="7315200" cy="566739"/>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a:t>TITLE HERE</a:t>
            </a:r>
          </a:p>
        </p:txBody>
      </p:sp>
      <p:sp>
        <p:nvSpPr>
          <p:cNvPr id="3" name="Picture Placeholder 2"/>
          <p:cNvSpPr>
            <a:spLocks noGrp="1"/>
          </p:cNvSpPr>
          <p:nvPr>
            <p:ph type="pic" idx="1"/>
          </p:nvPr>
        </p:nvSpPr>
        <p:spPr>
          <a:xfrm>
            <a:off x="2389718" y="612775"/>
            <a:ext cx="7315200" cy="4114800"/>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a:t>Click icon to add picture</a:t>
            </a:r>
          </a:p>
        </p:txBody>
      </p:sp>
      <p:sp>
        <p:nvSpPr>
          <p:cNvPr id="4" name="Text Placeholder 3"/>
          <p:cNvSpPr>
            <a:spLocks noGrp="1"/>
          </p:cNvSpPr>
          <p:nvPr>
            <p:ph type="body" sz="half" idx="2" hasCustomPrompt="1"/>
          </p:nvPr>
        </p:nvSpPr>
        <p:spPr>
          <a:xfrm>
            <a:off x="2389718" y="5367339"/>
            <a:ext cx="7315200" cy="804863"/>
          </a:xfrm>
          <a:prstGeom prst="rect">
            <a:avLst/>
          </a:prstGeom>
        </p:spPr>
        <p:txBody>
          <a:bodyPr/>
          <a:lstStyle>
            <a:lvl1pPr marL="0" indent="0">
              <a:buNone/>
              <a:defRPr sz="1604" baseline="0"/>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a:t>Content can go here.</a:t>
            </a:r>
          </a:p>
        </p:txBody>
      </p:sp>
      <p:sp>
        <p:nvSpPr>
          <p:cNvPr id="8"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1045483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hoto with Caption Ab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8" y="550362"/>
            <a:ext cx="7315200" cy="566739"/>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a:t>TITLE HERE</a:t>
            </a:r>
          </a:p>
        </p:txBody>
      </p:sp>
      <p:sp>
        <p:nvSpPr>
          <p:cNvPr id="3" name="Picture Placeholder 2"/>
          <p:cNvSpPr>
            <a:spLocks noGrp="1"/>
          </p:cNvSpPr>
          <p:nvPr>
            <p:ph type="pic" idx="1"/>
          </p:nvPr>
        </p:nvSpPr>
        <p:spPr>
          <a:xfrm>
            <a:off x="2389718" y="2007499"/>
            <a:ext cx="7315200" cy="4114800"/>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a:t>Click icon to add picture</a:t>
            </a:r>
          </a:p>
        </p:txBody>
      </p:sp>
      <p:sp>
        <p:nvSpPr>
          <p:cNvPr id="4" name="Text Placeholder 3"/>
          <p:cNvSpPr>
            <a:spLocks noGrp="1"/>
          </p:cNvSpPr>
          <p:nvPr>
            <p:ph type="body" sz="half" idx="2" hasCustomPrompt="1"/>
          </p:nvPr>
        </p:nvSpPr>
        <p:spPr>
          <a:xfrm>
            <a:off x="2389718" y="1117102"/>
            <a:ext cx="7315200" cy="804863"/>
          </a:xfrm>
          <a:prstGeom prst="rect">
            <a:avLst/>
          </a:prstGeom>
        </p:spPr>
        <p:txBody>
          <a:bodyPr/>
          <a:lstStyle>
            <a:lvl1pPr marL="0" indent="0">
              <a:buNone/>
              <a:defRPr sz="1604"/>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38579178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hoto on Left Content on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87228" y="506503"/>
            <a:ext cx="5055685" cy="595917"/>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a:t>TITLE HERE</a:t>
            </a:r>
          </a:p>
        </p:txBody>
      </p:sp>
      <p:sp>
        <p:nvSpPr>
          <p:cNvPr id="3" name="Picture Placeholder 2"/>
          <p:cNvSpPr>
            <a:spLocks noGrp="1"/>
          </p:cNvSpPr>
          <p:nvPr>
            <p:ph type="pic" idx="1"/>
          </p:nvPr>
        </p:nvSpPr>
        <p:spPr>
          <a:xfrm>
            <a:off x="578965" y="517343"/>
            <a:ext cx="5362266" cy="5538688"/>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a:t>Click icon to add picture</a:t>
            </a:r>
          </a:p>
        </p:txBody>
      </p:sp>
      <p:sp>
        <p:nvSpPr>
          <p:cNvPr id="4" name="Text Placeholder 3"/>
          <p:cNvSpPr>
            <a:spLocks noGrp="1"/>
          </p:cNvSpPr>
          <p:nvPr>
            <p:ph type="body" sz="half" idx="2" hasCustomPrompt="1"/>
          </p:nvPr>
        </p:nvSpPr>
        <p:spPr>
          <a:xfrm>
            <a:off x="6587231" y="1102419"/>
            <a:ext cx="5055684" cy="4960953"/>
          </a:xfrm>
          <a:prstGeom prst="rect">
            <a:avLst/>
          </a:prstGeom>
        </p:spPr>
        <p:txBody>
          <a:bodyPr/>
          <a:lstStyle>
            <a:lvl1pPr marL="0" indent="0">
              <a:buNone/>
              <a:defRPr sz="1604" baseline="0"/>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Tree>
    <p:extLst>
      <p:ext uri="{BB962C8B-B14F-4D97-AF65-F5344CB8AC3E}">
        <p14:creationId xmlns:p14="http://schemas.microsoft.com/office/powerpoint/2010/main" val="7063420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Photos on Left Content on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87228" y="506503"/>
            <a:ext cx="5055685" cy="595917"/>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a:t>TITLE HERE</a:t>
            </a:r>
          </a:p>
        </p:txBody>
      </p:sp>
      <p:sp>
        <p:nvSpPr>
          <p:cNvPr id="3" name="Picture Placeholder 2"/>
          <p:cNvSpPr>
            <a:spLocks noGrp="1"/>
          </p:cNvSpPr>
          <p:nvPr>
            <p:ph type="pic" idx="1"/>
          </p:nvPr>
        </p:nvSpPr>
        <p:spPr>
          <a:xfrm>
            <a:off x="578965" y="517346"/>
            <a:ext cx="5362266" cy="2705201"/>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a:t>Click icon to add picture</a:t>
            </a:r>
          </a:p>
        </p:txBody>
      </p:sp>
      <p:sp>
        <p:nvSpPr>
          <p:cNvPr id="4" name="Text Placeholder 3"/>
          <p:cNvSpPr>
            <a:spLocks noGrp="1"/>
          </p:cNvSpPr>
          <p:nvPr>
            <p:ph type="body" sz="half" idx="2" hasCustomPrompt="1"/>
          </p:nvPr>
        </p:nvSpPr>
        <p:spPr>
          <a:xfrm>
            <a:off x="6587231" y="1102419"/>
            <a:ext cx="5055684" cy="4960953"/>
          </a:xfrm>
          <a:prstGeom prst="rect">
            <a:avLst/>
          </a:prstGeom>
        </p:spPr>
        <p:txBody>
          <a:bodyPr/>
          <a:lstStyle>
            <a:lvl1pPr marL="0" indent="0">
              <a:buNone/>
              <a:defRPr sz="1604" baseline="0"/>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
        <p:nvSpPr>
          <p:cNvPr id="7" name="Picture Placeholder 2"/>
          <p:cNvSpPr>
            <a:spLocks noGrp="1"/>
          </p:cNvSpPr>
          <p:nvPr>
            <p:ph type="pic" idx="13"/>
          </p:nvPr>
        </p:nvSpPr>
        <p:spPr>
          <a:xfrm>
            <a:off x="576620" y="3354676"/>
            <a:ext cx="5362266" cy="2706944"/>
          </a:xfrm>
          <a:prstGeom prst="rect">
            <a:avLst/>
          </a:prstGeom>
        </p:spPr>
        <p:txBody>
          <a:bodyPr rtlCol="0">
            <a:normAutofit/>
          </a:bodyPr>
          <a:lstStyle>
            <a:lvl1pPr marL="0" indent="0">
              <a:buNone/>
              <a:defRPr lang="en-US" sz="1604" kern="1200" noProof="0" dirty="0" smtClean="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lvl="0"/>
            <a:r>
              <a:rPr lang="en-US" noProof="0"/>
              <a:t>Click icon to add picture</a:t>
            </a:r>
          </a:p>
        </p:txBody>
      </p:sp>
    </p:spTree>
    <p:extLst>
      <p:ext uri="{BB962C8B-B14F-4D97-AF65-F5344CB8AC3E}">
        <p14:creationId xmlns:p14="http://schemas.microsoft.com/office/powerpoint/2010/main" val="3093234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on Top, Three Photos on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485" y="506503"/>
            <a:ext cx="11060278" cy="595917"/>
          </a:xfrm>
          <a:prstGeom prst="rect">
            <a:avLst/>
          </a:prstGeom>
        </p:spPr>
        <p:txBody>
          <a:bodyPr anchor="b"/>
          <a:lstStyle>
            <a:lvl1pPr marL="0" marR="0" indent="0" algn="l" defTabSz="458343" rtl="0" eaLnBrk="0" fontAlgn="base" latinLnBrk="0" hangingPunct="0">
              <a:lnSpc>
                <a:spcPct val="100000"/>
              </a:lnSpc>
              <a:spcBef>
                <a:spcPct val="0"/>
              </a:spcBef>
              <a:spcAft>
                <a:spcPct val="0"/>
              </a:spcAft>
              <a:buClrTx/>
              <a:buSzTx/>
              <a:buFontTx/>
              <a:buNone/>
              <a:tabLst/>
              <a:defRPr lang="en-US" sz="2005" b="1" kern="1200" dirty="0">
                <a:solidFill>
                  <a:srgbClr val="1D7D5B"/>
                </a:solidFill>
                <a:latin typeface="Arial Black"/>
                <a:ea typeface="+mj-ea"/>
                <a:cs typeface="Arial Black"/>
              </a:defRPr>
            </a:lvl1pPr>
          </a:lstStyle>
          <a:p>
            <a:r>
              <a:rPr lang="en-US"/>
              <a:t>TITLE HERE</a:t>
            </a:r>
          </a:p>
        </p:txBody>
      </p:sp>
      <p:sp>
        <p:nvSpPr>
          <p:cNvPr id="4" name="Text Placeholder 3"/>
          <p:cNvSpPr>
            <a:spLocks noGrp="1"/>
          </p:cNvSpPr>
          <p:nvPr>
            <p:ph type="body" sz="half" idx="2" hasCustomPrompt="1"/>
          </p:nvPr>
        </p:nvSpPr>
        <p:spPr>
          <a:xfrm>
            <a:off x="577487" y="1262594"/>
            <a:ext cx="11060278" cy="3156479"/>
          </a:xfrm>
          <a:prstGeom prst="rect">
            <a:avLst/>
          </a:prstGeom>
        </p:spPr>
        <p:txBody>
          <a:bodyPr/>
          <a:lstStyle>
            <a:lvl1pPr marL="0" indent="0">
              <a:buNone/>
              <a:defRPr sz="1604"/>
            </a:lvl1pPr>
            <a:lvl2pPr marL="458343" indent="0">
              <a:buNone/>
              <a:defRPr sz="1203"/>
            </a:lvl2pPr>
            <a:lvl3pPr marL="916686" indent="0">
              <a:buNone/>
              <a:defRPr sz="1003"/>
            </a:lvl3pPr>
            <a:lvl4pPr marL="1375029" indent="0">
              <a:buNone/>
              <a:defRPr sz="902"/>
            </a:lvl4pPr>
            <a:lvl5pPr marL="1833372" indent="0">
              <a:buNone/>
              <a:defRPr sz="902"/>
            </a:lvl5pPr>
            <a:lvl6pPr marL="2291715" indent="0">
              <a:buNone/>
              <a:defRPr sz="902"/>
            </a:lvl6pPr>
            <a:lvl7pPr marL="2750058" indent="0">
              <a:buNone/>
              <a:defRPr sz="902"/>
            </a:lvl7pPr>
            <a:lvl8pPr marL="3208401" indent="0">
              <a:buNone/>
              <a:defRPr sz="902"/>
            </a:lvl8pPr>
            <a:lvl9pPr marL="3666744" indent="0">
              <a:buNone/>
              <a:defRPr sz="902"/>
            </a:lvl9pPr>
          </a:lstStyle>
          <a:p>
            <a:pPr lvl="0"/>
            <a:r>
              <a:rPr lang="en-US"/>
              <a:t>Content can go here.</a:t>
            </a:r>
          </a:p>
        </p:txBody>
      </p:sp>
      <p:sp>
        <p:nvSpPr>
          <p:cNvPr id="6" name="Slide Number Placeholder 5"/>
          <p:cNvSpPr>
            <a:spLocks noGrp="1"/>
          </p:cNvSpPr>
          <p:nvPr>
            <p:ph type="sldNum" sz="quarter" idx="12"/>
          </p:nvPr>
        </p:nvSpPr>
        <p:spPr>
          <a:xfrm>
            <a:off x="9347200" y="6492877"/>
            <a:ext cx="2844800" cy="365125"/>
          </a:xfrm>
          <a:prstGeom prst="rect">
            <a:avLst/>
          </a:prstGeom>
        </p:spPr>
        <p:txBody>
          <a:bodyPr/>
          <a:lstStyle>
            <a:lvl1pPr algn="r">
              <a:defRPr sz="1203">
                <a:solidFill>
                  <a:schemeClr val="bg1"/>
                </a:solidFill>
              </a:defRPr>
            </a:lvl1pPr>
          </a:lstStyle>
          <a:p>
            <a:pPr>
              <a:defRPr/>
            </a:pPr>
            <a:fld id="{07A1B390-8C00-49C7-BEED-470B249615B6}" type="slidenum">
              <a:rPr lang="en-US" smtClean="0"/>
              <a:pPr>
                <a:defRPr/>
              </a:pPr>
              <a:t>‹#›</a:t>
            </a:fld>
            <a:endParaRPr lang="en-US"/>
          </a:p>
        </p:txBody>
      </p:sp>
      <p:sp>
        <p:nvSpPr>
          <p:cNvPr id="7" name="Picture Placeholder 2"/>
          <p:cNvSpPr>
            <a:spLocks noGrp="1"/>
          </p:cNvSpPr>
          <p:nvPr>
            <p:ph type="pic" idx="13"/>
          </p:nvPr>
        </p:nvSpPr>
        <p:spPr>
          <a:xfrm>
            <a:off x="4491765" y="4556790"/>
            <a:ext cx="3240644" cy="1497489"/>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a:t>Click icon to add picture</a:t>
            </a:r>
          </a:p>
        </p:txBody>
      </p:sp>
      <p:sp>
        <p:nvSpPr>
          <p:cNvPr id="9" name="Picture Placeholder 2"/>
          <p:cNvSpPr>
            <a:spLocks noGrp="1"/>
          </p:cNvSpPr>
          <p:nvPr>
            <p:ph type="pic" idx="15"/>
          </p:nvPr>
        </p:nvSpPr>
        <p:spPr>
          <a:xfrm>
            <a:off x="564490" y="4555035"/>
            <a:ext cx="3240644" cy="1497489"/>
          </a:xfrm>
          <a:prstGeom prst="rect">
            <a:avLst/>
          </a:prstGeom>
        </p:spPr>
        <p:txBody>
          <a:bodyPr rtlCol="0">
            <a:normAutofit/>
          </a:bodyPr>
          <a:lstStyle>
            <a:lvl1pPr marL="0" indent="0">
              <a:buNone/>
              <a:defRPr sz="1604"/>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lvl="0"/>
            <a:r>
              <a:rPr lang="en-US" noProof="0"/>
              <a:t>Click icon to add picture</a:t>
            </a:r>
          </a:p>
        </p:txBody>
      </p:sp>
      <p:sp>
        <p:nvSpPr>
          <p:cNvPr id="10" name="Picture Placeholder 2"/>
          <p:cNvSpPr>
            <a:spLocks noGrp="1"/>
          </p:cNvSpPr>
          <p:nvPr>
            <p:ph type="pic" idx="16"/>
          </p:nvPr>
        </p:nvSpPr>
        <p:spPr>
          <a:xfrm>
            <a:off x="8394776" y="4555037"/>
            <a:ext cx="3240644" cy="1497489"/>
          </a:xfrm>
          <a:prstGeom prst="rect">
            <a:avLst/>
          </a:prstGeom>
        </p:spPr>
        <p:txBody>
          <a:bodyPr rtlCol="0">
            <a:normAutofit/>
          </a:bodyPr>
          <a:lstStyle>
            <a:lvl1pPr marL="0" indent="0">
              <a:buNone/>
              <a:defRPr lang="en-US" sz="1604" kern="1200" noProof="0" dirty="0">
                <a:solidFill>
                  <a:schemeClr val="tx1"/>
                </a:solidFill>
                <a:latin typeface="+mn-lt"/>
                <a:ea typeface="+mn-ea"/>
                <a:cs typeface="+mn-cs"/>
              </a:defRPr>
            </a:lvl1pPr>
            <a:lvl2pPr marL="458343" indent="0">
              <a:buNone/>
              <a:defRPr sz="2807"/>
            </a:lvl2pPr>
            <a:lvl3pPr marL="916686" indent="0">
              <a:buNone/>
              <a:defRPr sz="2406"/>
            </a:lvl3pPr>
            <a:lvl4pPr marL="1375029" indent="0">
              <a:buNone/>
              <a:defRPr sz="2005"/>
            </a:lvl4pPr>
            <a:lvl5pPr marL="1833372" indent="0">
              <a:buNone/>
              <a:defRPr sz="2005"/>
            </a:lvl5pPr>
            <a:lvl6pPr marL="2291715" indent="0">
              <a:buNone/>
              <a:defRPr sz="2005"/>
            </a:lvl6pPr>
            <a:lvl7pPr marL="2750058" indent="0">
              <a:buNone/>
              <a:defRPr sz="2005"/>
            </a:lvl7pPr>
            <a:lvl8pPr marL="3208401" indent="0">
              <a:buNone/>
              <a:defRPr sz="2005"/>
            </a:lvl8pPr>
            <a:lvl9pPr marL="3666744" indent="0">
              <a:buNone/>
              <a:defRPr sz="2005"/>
            </a:lvl9pPr>
          </a:lstStyle>
          <a:p>
            <a:pPr marL="0" lvl="0" indent="0" algn="l" defTabSz="458343" rtl="0" eaLnBrk="0" fontAlgn="base" hangingPunct="0">
              <a:spcBef>
                <a:spcPct val="20000"/>
              </a:spcBef>
              <a:spcAft>
                <a:spcPct val="0"/>
              </a:spcAft>
              <a:buFont typeface="Arial" charset="0"/>
              <a:buNone/>
            </a:pPr>
            <a:r>
              <a:rPr lang="en-US" noProof="0"/>
              <a:t>Click icon to add picture</a:t>
            </a:r>
          </a:p>
        </p:txBody>
      </p:sp>
    </p:spTree>
    <p:extLst>
      <p:ext uri="{BB962C8B-B14F-4D97-AF65-F5344CB8AC3E}">
        <p14:creationId xmlns:p14="http://schemas.microsoft.com/office/powerpoint/2010/main" val="30996139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620098"/>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ctr" defTabSz="458343" rtl="0" eaLnBrk="1" latinLnBrk="0" hangingPunct="1">
        <a:spcBef>
          <a:spcPct val="0"/>
        </a:spcBef>
        <a:buNone/>
        <a:defRPr sz="4411" kern="1200">
          <a:solidFill>
            <a:schemeClr val="tx1"/>
          </a:solidFill>
          <a:latin typeface="+mj-lt"/>
          <a:ea typeface="+mj-ea"/>
          <a:cs typeface="+mj-cs"/>
        </a:defRPr>
      </a:lvl1pPr>
    </p:titleStyle>
    <p:bodyStyle>
      <a:lvl1pPr marL="343757" indent="-343757" algn="l" defTabSz="458343" rtl="0" eaLnBrk="1" latinLnBrk="0" hangingPunct="1">
        <a:spcBef>
          <a:spcPct val="20000"/>
        </a:spcBef>
        <a:buFont typeface="Arial"/>
        <a:buChar char="•"/>
        <a:defRPr sz="3208" kern="1200">
          <a:solidFill>
            <a:schemeClr val="tx1"/>
          </a:solidFill>
          <a:latin typeface="+mn-lt"/>
          <a:ea typeface="+mn-ea"/>
          <a:cs typeface="+mn-cs"/>
        </a:defRPr>
      </a:lvl1pPr>
      <a:lvl2pPr marL="744807" indent="-286464" algn="l" defTabSz="458343" rtl="0" eaLnBrk="1" latinLnBrk="0" hangingPunct="1">
        <a:spcBef>
          <a:spcPct val="20000"/>
        </a:spcBef>
        <a:buFont typeface="Arial"/>
        <a:buChar char="–"/>
        <a:defRPr sz="2807" kern="1200">
          <a:solidFill>
            <a:schemeClr val="tx1"/>
          </a:solidFill>
          <a:latin typeface="+mn-lt"/>
          <a:ea typeface="+mn-ea"/>
          <a:cs typeface="+mn-cs"/>
        </a:defRPr>
      </a:lvl2pPr>
      <a:lvl3pPr marL="1145858" indent="-229172" algn="l" defTabSz="458343" rtl="0" eaLnBrk="1" latinLnBrk="0" hangingPunct="1">
        <a:spcBef>
          <a:spcPct val="20000"/>
        </a:spcBef>
        <a:buFont typeface="Arial"/>
        <a:buChar char="•"/>
        <a:defRPr sz="2406" kern="1200">
          <a:solidFill>
            <a:schemeClr val="tx1"/>
          </a:solidFill>
          <a:latin typeface="+mn-lt"/>
          <a:ea typeface="+mn-ea"/>
          <a:cs typeface="+mn-cs"/>
        </a:defRPr>
      </a:lvl3pPr>
      <a:lvl4pPr marL="1604201" indent="-229172" algn="l" defTabSz="458343" rtl="0" eaLnBrk="1" latinLnBrk="0" hangingPunct="1">
        <a:spcBef>
          <a:spcPct val="20000"/>
        </a:spcBef>
        <a:buFont typeface="Arial"/>
        <a:buChar char="–"/>
        <a:defRPr sz="2005" kern="1200">
          <a:solidFill>
            <a:schemeClr val="tx1"/>
          </a:solidFill>
          <a:latin typeface="+mn-lt"/>
          <a:ea typeface="+mn-ea"/>
          <a:cs typeface="+mn-cs"/>
        </a:defRPr>
      </a:lvl4pPr>
      <a:lvl5pPr marL="2062544" indent="-229172" algn="l" defTabSz="458343" rtl="0" eaLnBrk="1" latinLnBrk="0" hangingPunct="1">
        <a:spcBef>
          <a:spcPct val="20000"/>
        </a:spcBef>
        <a:buFont typeface="Arial"/>
        <a:buChar char="»"/>
        <a:defRPr sz="2005" kern="1200">
          <a:solidFill>
            <a:schemeClr val="tx1"/>
          </a:solidFill>
          <a:latin typeface="+mn-lt"/>
          <a:ea typeface="+mn-ea"/>
          <a:cs typeface="+mn-cs"/>
        </a:defRPr>
      </a:lvl5pPr>
      <a:lvl6pPr marL="2520887" indent="-229172" algn="l" defTabSz="458343" rtl="0" eaLnBrk="1" latinLnBrk="0" hangingPunct="1">
        <a:spcBef>
          <a:spcPct val="20000"/>
        </a:spcBef>
        <a:buFont typeface="Arial"/>
        <a:buChar char="•"/>
        <a:defRPr sz="2005" kern="1200">
          <a:solidFill>
            <a:schemeClr val="tx1"/>
          </a:solidFill>
          <a:latin typeface="+mn-lt"/>
          <a:ea typeface="+mn-ea"/>
          <a:cs typeface="+mn-cs"/>
        </a:defRPr>
      </a:lvl6pPr>
      <a:lvl7pPr marL="2979230" indent="-229172" algn="l" defTabSz="458343" rtl="0" eaLnBrk="1" latinLnBrk="0" hangingPunct="1">
        <a:spcBef>
          <a:spcPct val="20000"/>
        </a:spcBef>
        <a:buFont typeface="Arial"/>
        <a:buChar char="•"/>
        <a:defRPr sz="2005" kern="1200">
          <a:solidFill>
            <a:schemeClr val="tx1"/>
          </a:solidFill>
          <a:latin typeface="+mn-lt"/>
          <a:ea typeface="+mn-ea"/>
          <a:cs typeface="+mn-cs"/>
        </a:defRPr>
      </a:lvl7pPr>
      <a:lvl8pPr marL="3437573" indent="-229172" algn="l" defTabSz="458343" rtl="0" eaLnBrk="1" latinLnBrk="0" hangingPunct="1">
        <a:spcBef>
          <a:spcPct val="20000"/>
        </a:spcBef>
        <a:buFont typeface="Arial"/>
        <a:buChar char="•"/>
        <a:defRPr sz="2005" kern="1200">
          <a:solidFill>
            <a:schemeClr val="tx1"/>
          </a:solidFill>
          <a:latin typeface="+mn-lt"/>
          <a:ea typeface="+mn-ea"/>
          <a:cs typeface="+mn-cs"/>
        </a:defRPr>
      </a:lvl8pPr>
      <a:lvl9pPr marL="3895916" indent="-229172" algn="l" defTabSz="458343" rtl="0" eaLnBrk="1" latinLnBrk="0" hangingPunct="1">
        <a:spcBef>
          <a:spcPct val="20000"/>
        </a:spcBef>
        <a:buFont typeface="Arial"/>
        <a:buChar char="•"/>
        <a:defRPr sz="2005" kern="1200">
          <a:solidFill>
            <a:schemeClr val="tx1"/>
          </a:solidFill>
          <a:latin typeface="+mn-lt"/>
          <a:ea typeface="+mn-ea"/>
          <a:cs typeface="+mn-cs"/>
        </a:defRPr>
      </a:lvl9pPr>
    </p:bodyStyle>
    <p:otherStyle>
      <a:defPPr>
        <a:defRPr lang="en-US"/>
      </a:defPPr>
      <a:lvl1pPr marL="0" algn="l" defTabSz="458343" rtl="0" eaLnBrk="1" latinLnBrk="0" hangingPunct="1">
        <a:defRPr sz="1805" kern="1200">
          <a:solidFill>
            <a:schemeClr val="tx1"/>
          </a:solidFill>
          <a:latin typeface="+mn-lt"/>
          <a:ea typeface="+mn-ea"/>
          <a:cs typeface="+mn-cs"/>
        </a:defRPr>
      </a:lvl1pPr>
      <a:lvl2pPr marL="458343" algn="l" defTabSz="458343" rtl="0" eaLnBrk="1" latinLnBrk="0" hangingPunct="1">
        <a:defRPr sz="1805" kern="1200">
          <a:solidFill>
            <a:schemeClr val="tx1"/>
          </a:solidFill>
          <a:latin typeface="+mn-lt"/>
          <a:ea typeface="+mn-ea"/>
          <a:cs typeface="+mn-cs"/>
        </a:defRPr>
      </a:lvl2pPr>
      <a:lvl3pPr marL="916686" algn="l" defTabSz="458343" rtl="0" eaLnBrk="1" latinLnBrk="0" hangingPunct="1">
        <a:defRPr sz="1805" kern="1200">
          <a:solidFill>
            <a:schemeClr val="tx1"/>
          </a:solidFill>
          <a:latin typeface="+mn-lt"/>
          <a:ea typeface="+mn-ea"/>
          <a:cs typeface="+mn-cs"/>
        </a:defRPr>
      </a:lvl3pPr>
      <a:lvl4pPr marL="1375029" algn="l" defTabSz="458343" rtl="0" eaLnBrk="1" latinLnBrk="0" hangingPunct="1">
        <a:defRPr sz="1805" kern="1200">
          <a:solidFill>
            <a:schemeClr val="tx1"/>
          </a:solidFill>
          <a:latin typeface="+mn-lt"/>
          <a:ea typeface="+mn-ea"/>
          <a:cs typeface="+mn-cs"/>
        </a:defRPr>
      </a:lvl4pPr>
      <a:lvl5pPr marL="1833372" algn="l" defTabSz="458343" rtl="0" eaLnBrk="1" latinLnBrk="0" hangingPunct="1">
        <a:defRPr sz="1805" kern="1200">
          <a:solidFill>
            <a:schemeClr val="tx1"/>
          </a:solidFill>
          <a:latin typeface="+mn-lt"/>
          <a:ea typeface="+mn-ea"/>
          <a:cs typeface="+mn-cs"/>
        </a:defRPr>
      </a:lvl5pPr>
      <a:lvl6pPr marL="2291715" algn="l" defTabSz="458343" rtl="0" eaLnBrk="1" latinLnBrk="0" hangingPunct="1">
        <a:defRPr sz="1805" kern="1200">
          <a:solidFill>
            <a:schemeClr val="tx1"/>
          </a:solidFill>
          <a:latin typeface="+mn-lt"/>
          <a:ea typeface="+mn-ea"/>
          <a:cs typeface="+mn-cs"/>
        </a:defRPr>
      </a:lvl6pPr>
      <a:lvl7pPr marL="2750058" algn="l" defTabSz="458343" rtl="0" eaLnBrk="1" latinLnBrk="0" hangingPunct="1">
        <a:defRPr sz="1805" kern="1200">
          <a:solidFill>
            <a:schemeClr val="tx1"/>
          </a:solidFill>
          <a:latin typeface="+mn-lt"/>
          <a:ea typeface="+mn-ea"/>
          <a:cs typeface="+mn-cs"/>
        </a:defRPr>
      </a:lvl7pPr>
      <a:lvl8pPr marL="3208401" algn="l" defTabSz="458343" rtl="0" eaLnBrk="1" latinLnBrk="0" hangingPunct="1">
        <a:defRPr sz="1805" kern="1200">
          <a:solidFill>
            <a:schemeClr val="tx1"/>
          </a:solidFill>
          <a:latin typeface="+mn-lt"/>
          <a:ea typeface="+mn-ea"/>
          <a:cs typeface="+mn-cs"/>
        </a:defRPr>
      </a:lvl8pPr>
      <a:lvl9pPr marL="3666744" algn="l" defTabSz="458343" rtl="0" eaLnBrk="1" latinLnBrk="0" hangingPunct="1">
        <a:defRPr sz="18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5" r:id="rId10"/>
    <p:sldLayoutId id="2147483672" r:id="rId11"/>
  </p:sldLayoutIdLst>
  <p:hf hdr="0" ftr="0" dt="0"/>
  <p:txStyles>
    <p:titleStyle>
      <a:lvl1pPr algn="ctr" defTabSz="458343" rtl="0" eaLnBrk="0" fontAlgn="base" hangingPunct="0">
        <a:spcBef>
          <a:spcPct val="0"/>
        </a:spcBef>
        <a:spcAft>
          <a:spcPct val="0"/>
        </a:spcAft>
        <a:defRPr sz="4411" kern="1200">
          <a:solidFill>
            <a:schemeClr val="tx1"/>
          </a:solidFill>
          <a:latin typeface="+mj-lt"/>
          <a:ea typeface="+mj-ea"/>
          <a:cs typeface="+mj-cs"/>
        </a:defRPr>
      </a:lvl1pPr>
      <a:lvl2pPr algn="ctr" defTabSz="458343" rtl="0" eaLnBrk="0" fontAlgn="base" hangingPunct="0">
        <a:spcBef>
          <a:spcPct val="0"/>
        </a:spcBef>
        <a:spcAft>
          <a:spcPct val="0"/>
        </a:spcAft>
        <a:defRPr sz="4411">
          <a:solidFill>
            <a:schemeClr val="tx1"/>
          </a:solidFill>
          <a:latin typeface="Arial" pitchFamily="34" charset="0"/>
        </a:defRPr>
      </a:lvl2pPr>
      <a:lvl3pPr algn="ctr" defTabSz="458343" rtl="0" eaLnBrk="0" fontAlgn="base" hangingPunct="0">
        <a:spcBef>
          <a:spcPct val="0"/>
        </a:spcBef>
        <a:spcAft>
          <a:spcPct val="0"/>
        </a:spcAft>
        <a:defRPr sz="4411">
          <a:solidFill>
            <a:schemeClr val="tx1"/>
          </a:solidFill>
          <a:latin typeface="Arial" pitchFamily="34" charset="0"/>
        </a:defRPr>
      </a:lvl3pPr>
      <a:lvl4pPr algn="ctr" defTabSz="458343" rtl="0" eaLnBrk="0" fontAlgn="base" hangingPunct="0">
        <a:spcBef>
          <a:spcPct val="0"/>
        </a:spcBef>
        <a:spcAft>
          <a:spcPct val="0"/>
        </a:spcAft>
        <a:defRPr sz="4411">
          <a:solidFill>
            <a:schemeClr val="tx1"/>
          </a:solidFill>
          <a:latin typeface="Arial" pitchFamily="34" charset="0"/>
        </a:defRPr>
      </a:lvl4pPr>
      <a:lvl5pPr algn="ctr" defTabSz="458343" rtl="0" eaLnBrk="0" fontAlgn="base" hangingPunct="0">
        <a:spcBef>
          <a:spcPct val="0"/>
        </a:spcBef>
        <a:spcAft>
          <a:spcPct val="0"/>
        </a:spcAft>
        <a:defRPr sz="4411">
          <a:solidFill>
            <a:schemeClr val="tx1"/>
          </a:solidFill>
          <a:latin typeface="Arial" pitchFamily="34" charset="0"/>
        </a:defRPr>
      </a:lvl5pPr>
      <a:lvl6pPr marL="458343" algn="ctr" defTabSz="458343" rtl="0" fontAlgn="base">
        <a:spcBef>
          <a:spcPct val="0"/>
        </a:spcBef>
        <a:spcAft>
          <a:spcPct val="0"/>
        </a:spcAft>
        <a:defRPr sz="4411">
          <a:solidFill>
            <a:schemeClr val="tx1"/>
          </a:solidFill>
          <a:latin typeface="Arial" pitchFamily="34" charset="0"/>
        </a:defRPr>
      </a:lvl6pPr>
      <a:lvl7pPr marL="916686" algn="ctr" defTabSz="458343" rtl="0" fontAlgn="base">
        <a:spcBef>
          <a:spcPct val="0"/>
        </a:spcBef>
        <a:spcAft>
          <a:spcPct val="0"/>
        </a:spcAft>
        <a:defRPr sz="4411">
          <a:solidFill>
            <a:schemeClr val="tx1"/>
          </a:solidFill>
          <a:latin typeface="Arial" pitchFamily="34" charset="0"/>
        </a:defRPr>
      </a:lvl7pPr>
      <a:lvl8pPr marL="1375029" algn="ctr" defTabSz="458343" rtl="0" fontAlgn="base">
        <a:spcBef>
          <a:spcPct val="0"/>
        </a:spcBef>
        <a:spcAft>
          <a:spcPct val="0"/>
        </a:spcAft>
        <a:defRPr sz="4411">
          <a:solidFill>
            <a:schemeClr val="tx1"/>
          </a:solidFill>
          <a:latin typeface="Arial" pitchFamily="34" charset="0"/>
        </a:defRPr>
      </a:lvl8pPr>
      <a:lvl9pPr marL="1833372" algn="ctr" defTabSz="458343" rtl="0" fontAlgn="base">
        <a:spcBef>
          <a:spcPct val="0"/>
        </a:spcBef>
        <a:spcAft>
          <a:spcPct val="0"/>
        </a:spcAft>
        <a:defRPr sz="4411">
          <a:solidFill>
            <a:schemeClr val="tx1"/>
          </a:solidFill>
          <a:latin typeface="Arial" pitchFamily="34" charset="0"/>
        </a:defRPr>
      </a:lvl9pPr>
    </p:titleStyle>
    <p:bodyStyle>
      <a:lvl1pPr marL="343757" indent="-343757" algn="l" defTabSz="458343" rtl="0" eaLnBrk="0" fontAlgn="base" hangingPunct="0">
        <a:spcBef>
          <a:spcPct val="20000"/>
        </a:spcBef>
        <a:spcAft>
          <a:spcPct val="0"/>
        </a:spcAft>
        <a:buFont typeface="Arial" charset="0"/>
        <a:buChar char="•"/>
        <a:defRPr sz="3208" kern="1200">
          <a:solidFill>
            <a:schemeClr val="tx1"/>
          </a:solidFill>
          <a:latin typeface="+mn-lt"/>
          <a:ea typeface="+mn-ea"/>
          <a:cs typeface="+mn-cs"/>
        </a:defRPr>
      </a:lvl1pPr>
      <a:lvl2pPr marL="744807" indent="-286464" algn="l" defTabSz="458343" rtl="0" eaLnBrk="0" fontAlgn="base" hangingPunct="0">
        <a:spcBef>
          <a:spcPct val="20000"/>
        </a:spcBef>
        <a:spcAft>
          <a:spcPct val="0"/>
        </a:spcAft>
        <a:buFont typeface="Arial" charset="0"/>
        <a:buChar char="–"/>
        <a:defRPr sz="2807" kern="1200">
          <a:solidFill>
            <a:schemeClr val="tx1"/>
          </a:solidFill>
          <a:latin typeface="+mn-lt"/>
          <a:ea typeface="+mn-ea"/>
          <a:cs typeface="+mn-cs"/>
        </a:defRPr>
      </a:lvl2pPr>
      <a:lvl3pPr marL="1145858" indent="-229172" algn="l" defTabSz="458343" rtl="0" eaLnBrk="0" fontAlgn="base" hangingPunct="0">
        <a:spcBef>
          <a:spcPct val="20000"/>
        </a:spcBef>
        <a:spcAft>
          <a:spcPct val="0"/>
        </a:spcAft>
        <a:buFont typeface="Arial" charset="0"/>
        <a:buChar char="•"/>
        <a:defRPr sz="2406" kern="1200">
          <a:solidFill>
            <a:schemeClr val="tx1"/>
          </a:solidFill>
          <a:latin typeface="+mn-lt"/>
          <a:ea typeface="+mn-ea"/>
          <a:cs typeface="+mn-cs"/>
        </a:defRPr>
      </a:lvl3pPr>
      <a:lvl4pPr marL="1604201" indent="-229172" algn="l" defTabSz="458343" rtl="0" eaLnBrk="0" fontAlgn="base" hangingPunct="0">
        <a:spcBef>
          <a:spcPct val="20000"/>
        </a:spcBef>
        <a:spcAft>
          <a:spcPct val="0"/>
        </a:spcAft>
        <a:buFont typeface="Arial" charset="0"/>
        <a:buChar char="–"/>
        <a:defRPr sz="2005" kern="1200">
          <a:solidFill>
            <a:schemeClr val="tx1"/>
          </a:solidFill>
          <a:latin typeface="+mn-lt"/>
          <a:ea typeface="+mn-ea"/>
          <a:cs typeface="+mn-cs"/>
        </a:defRPr>
      </a:lvl4pPr>
      <a:lvl5pPr marL="2062544" indent="-229172" algn="l" defTabSz="458343" rtl="0" eaLnBrk="0" fontAlgn="base" hangingPunct="0">
        <a:spcBef>
          <a:spcPct val="20000"/>
        </a:spcBef>
        <a:spcAft>
          <a:spcPct val="0"/>
        </a:spcAft>
        <a:buFont typeface="Arial" charset="0"/>
        <a:buChar char="»"/>
        <a:defRPr sz="2005" kern="1200">
          <a:solidFill>
            <a:schemeClr val="tx1"/>
          </a:solidFill>
          <a:latin typeface="+mn-lt"/>
          <a:ea typeface="+mn-ea"/>
          <a:cs typeface="+mn-cs"/>
        </a:defRPr>
      </a:lvl5pPr>
      <a:lvl6pPr marL="2520887" indent="-229172" algn="l" defTabSz="458343" rtl="0" eaLnBrk="1" latinLnBrk="0" hangingPunct="1">
        <a:spcBef>
          <a:spcPct val="20000"/>
        </a:spcBef>
        <a:buFont typeface="Arial"/>
        <a:buChar char="•"/>
        <a:defRPr sz="2005" kern="1200">
          <a:solidFill>
            <a:schemeClr val="tx1"/>
          </a:solidFill>
          <a:latin typeface="+mn-lt"/>
          <a:ea typeface="+mn-ea"/>
          <a:cs typeface="+mn-cs"/>
        </a:defRPr>
      </a:lvl6pPr>
      <a:lvl7pPr marL="2979230" indent="-229172" algn="l" defTabSz="458343" rtl="0" eaLnBrk="1" latinLnBrk="0" hangingPunct="1">
        <a:spcBef>
          <a:spcPct val="20000"/>
        </a:spcBef>
        <a:buFont typeface="Arial"/>
        <a:buChar char="•"/>
        <a:defRPr sz="2005" kern="1200">
          <a:solidFill>
            <a:schemeClr val="tx1"/>
          </a:solidFill>
          <a:latin typeface="+mn-lt"/>
          <a:ea typeface="+mn-ea"/>
          <a:cs typeface="+mn-cs"/>
        </a:defRPr>
      </a:lvl7pPr>
      <a:lvl8pPr marL="3437573" indent="-229172" algn="l" defTabSz="458343" rtl="0" eaLnBrk="1" latinLnBrk="0" hangingPunct="1">
        <a:spcBef>
          <a:spcPct val="20000"/>
        </a:spcBef>
        <a:buFont typeface="Arial"/>
        <a:buChar char="•"/>
        <a:defRPr sz="2005" kern="1200">
          <a:solidFill>
            <a:schemeClr val="tx1"/>
          </a:solidFill>
          <a:latin typeface="+mn-lt"/>
          <a:ea typeface="+mn-ea"/>
          <a:cs typeface="+mn-cs"/>
        </a:defRPr>
      </a:lvl8pPr>
      <a:lvl9pPr marL="3895916" indent="-229172" algn="l" defTabSz="458343" rtl="0" eaLnBrk="1" latinLnBrk="0" hangingPunct="1">
        <a:spcBef>
          <a:spcPct val="20000"/>
        </a:spcBef>
        <a:buFont typeface="Arial"/>
        <a:buChar char="•"/>
        <a:defRPr sz="2005" kern="1200">
          <a:solidFill>
            <a:schemeClr val="tx1"/>
          </a:solidFill>
          <a:latin typeface="+mn-lt"/>
          <a:ea typeface="+mn-ea"/>
          <a:cs typeface="+mn-cs"/>
        </a:defRPr>
      </a:lvl9pPr>
    </p:bodyStyle>
    <p:otherStyle>
      <a:defPPr>
        <a:defRPr lang="en-US"/>
      </a:defPPr>
      <a:lvl1pPr marL="0" algn="l" defTabSz="458343" rtl="0" eaLnBrk="1" latinLnBrk="0" hangingPunct="1">
        <a:defRPr sz="1805" kern="1200">
          <a:solidFill>
            <a:schemeClr val="tx1"/>
          </a:solidFill>
          <a:latin typeface="+mn-lt"/>
          <a:ea typeface="+mn-ea"/>
          <a:cs typeface="+mn-cs"/>
        </a:defRPr>
      </a:lvl1pPr>
      <a:lvl2pPr marL="458343" algn="l" defTabSz="458343" rtl="0" eaLnBrk="1" latinLnBrk="0" hangingPunct="1">
        <a:defRPr sz="1805" kern="1200">
          <a:solidFill>
            <a:schemeClr val="tx1"/>
          </a:solidFill>
          <a:latin typeface="+mn-lt"/>
          <a:ea typeface="+mn-ea"/>
          <a:cs typeface="+mn-cs"/>
        </a:defRPr>
      </a:lvl2pPr>
      <a:lvl3pPr marL="916686" algn="l" defTabSz="458343" rtl="0" eaLnBrk="1" latinLnBrk="0" hangingPunct="1">
        <a:defRPr sz="1805" kern="1200">
          <a:solidFill>
            <a:schemeClr val="tx1"/>
          </a:solidFill>
          <a:latin typeface="+mn-lt"/>
          <a:ea typeface="+mn-ea"/>
          <a:cs typeface="+mn-cs"/>
        </a:defRPr>
      </a:lvl3pPr>
      <a:lvl4pPr marL="1375029" algn="l" defTabSz="458343" rtl="0" eaLnBrk="1" latinLnBrk="0" hangingPunct="1">
        <a:defRPr sz="1805" kern="1200">
          <a:solidFill>
            <a:schemeClr val="tx1"/>
          </a:solidFill>
          <a:latin typeface="+mn-lt"/>
          <a:ea typeface="+mn-ea"/>
          <a:cs typeface="+mn-cs"/>
        </a:defRPr>
      </a:lvl4pPr>
      <a:lvl5pPr marL="1833372" algn="l" defTabSz="458343" rtl="0" eaLnBrk="1" latinLnBrk="0" hangingPunct="1">
        <a:defRPr sz="1805" kern="1200">
          <a:solidFill>
            <a:schemeClr val="tx1"/>
          </a:solidFill>
          <a:latin typeface="+mn-lt"/>
          <a:ea typeface="+mn-ea"/>
          <a:cs typeface="+mn-cs"/>
        </a:defRPr>
      </a:lvl5pPr>
      <a:lvl6pPr marL="2291715" algn="l" defTabSz="458343" rtl="0" eaLnBrk="1" latinLnBrk="0" hangingPunct="1">
        <a:defRPr sz="1805" kern="1200">
          <a:solidFill>
            <a:schemeClr val="tx1"/>
          </a:solidFill>
          <a:latin typeface="+mn-lt"/>
          <a:ea typeface="+mn-ea"/>
          <a:cs typeface="+mn-cs"/>
        </a:defRPr>
      </a:lvl6pPr>
      <a:lvl7pPr marL="2750058" algn="l" defTabSz="458343" rtl="0" eaLnBrk="1" latinLnBrk="0" hangingPunct="1">
        <a:defRPr sz="1805" kern="1200">
          <a:solidFill>
            <a:schemeClr val="tx1"/>
          </a:solidFill>
          <a:latin typeface="+mn-lt"/>
          <a:ea typeface="+mn-ea"/>
          <a:cs typeface="+mn-cs"/>
        </a:defRPr>
      </a:lvl7pPr>
      <a:lvl8pPr marL="3208401" algn="l" defTabSz="458343" rtl="0" eaLnBrk="1" latinLnBrk="0" hangingPunct="1">
        <a:defRPr sz="1805" kern="1200">
          <a:solidFill>
            <a:schemeClr val="tx1"/>
          </a:solidFill>
          <a:latin typeface="+mn-lt"/>
          <a:ea typeface="+mn-ea"/>
          <a:cs typeface="+mn-cs"/>
        </a:defRPr>
      </a:lvl8pPr>
      <a:lvl9pPr marL="3666744" algn="l" defTabSz="458343" rtl="0" eaLnBrk="1" latinLnBrk="0" hangingPunct="1">
        <a:defRPr sz="18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8613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ctr" defTabSz="458343" rtl="0" eaLnBrk="0" fontAlgn="base" hangingPunct="0">
        <a:spcBef>
          <a:spcPct val="0"/>
        </a:spcBef>
        <a:spcAft>
          <a:spcPct val="0"/>
        </a:spcAft>
        <a:defRPr sz="4411" kern="1200">
          <a:solidFill>
            <a:schemeClr val="tx1"/>
          </a:solidFill>
          <a:latin typeface="+mj-lt"/>
          <a:ea typeface="+mj-ea"/>
          <a:cs typeface="+mj-cs"/>
        </a:defRPr>
      </a:lvl1pPr>
      <a:lvl2pPr algn="ctr" defTabSz="458343" rtl="0" eaLnBrk="0" fontAlgn="base" hangingPunct="0">
        <a:spcBef>
          <a:spcPct val="0"/>
        </a:spcBef>
        <a:spcAft>
          <a:spcPct val="0"/>
        </a:spcAft>
        <a:defRPr sz="4411">
          <a:solidFill>
            <a:schemeClr val="tx1"/>
          </a:solidFill>
          <a:latin typeface="Arial" pitchFamily="34" charset="0"/>
        </a:defRPr>
      </a:lvl2pPr>
      <a:lvl3pPr algn="ctr" defTabSz="458343" rtl="0" eaLnBrk="0" fontAlgn="base" hangingPunct="0">
        <a:spcBef>
          <a:spcPct val="0"/>
        </a:spcBef>
        <a:spcAft>
          <a:spcPct val="0"/>
        </a:spcAft>
        <a:defRPr sz="4411">
          <a:solidFill>
            <a:schemeClr val="tx1"/>
          </a:solidFill>
          <a:latin typeface="Arial" pitchFamily="34" charset="0"/>
        </a:defRPr>
      </a:lvl3pPr>
      <a:lvl4pPr algn="ctr" defTabSz="458343" rtl="0" eaLnBrk="0" fontAlgn="base" hangingPunct="0">
        <a:spcBef>
          <a:spcPct val="0"/>
        </a:spcBef>
        <a:spcAft>
          <a:spcPct val="0"/>
        </a:spcAft>
        <a:defRPr sz="4411">
          <a:solidFill>
            <a:schemeClr val="tx1"/>
          </a:solidFill>
          <a:latin typeface="Arial" pitchFamily="34" charset="0"/>
        </a:defRPr>
      </a:lvl4pPr>
      <a:lvl5pPr algn="ctr" defTabSz="458343" rtl="0" eaLnBrk="0" fontAlgn="base" hangingPunct="0">
        <a:spcBef>
          <a:spcPct val="0"/>
        </a:spcBef>
        <a:spcAft>
          <a:spcPct val="0"/>
        </a:spcAft>
        <a:defRPr sz="4411">
          <a:solidFill>
            <a:schemeClr val="tx1"/>
          </a:solidFill>
          <a:latin typeface="Arial" pitchFamily="34" charset="0"/>
        </a:defRPr>
      </a:lvl5pPr>
      <a:lvl6pPr marL="458343" algn="ctr" defTabSz="458343" rtl="0" fontAlgn="base">
        <a:spcBef>
          <a:spcPct val="0"/>
        </a:spcBef>
        <a:spcAft>
          <a:spcPct val="0"/>
        </a:spcAft>
        <a:defRPr sz="4411">
          <a:solidFill>
            <a:schemeClr val="tx1"/>
          </a:solidFill>
          <a:latin typeface="Arial" pitchFamily="34" charset="0"/>
        </a:defRPr>
      </a:lvl6pPr>
      <a:lvl7pPr marL="916686" algn="ctr" defTabSz="458343" rtl="0" fontAlgn="base">
        <a:spcBef>
          <a:spcPct val="0"/>
        </a:spcBef>
        <a:spcAft>
          <a:spcPct val="0"/>
        </a:spcAft>
        <a:defRPr sz="4411">
          <a:solidFill>
            <a:schemeClr val="tx1"/>
          </a:solidFill>
          <a:latin typeface="Arial" pitchFamily="34" charset="0"/>
        </a:defRPr>
      </a:lvl7pPr>
      <a:lvl8pPr marL="1375029" algn="ctr" defTabSz="458343" rtl="0" fontAlgn="base">
        <a:spcBef>
          <a:spcPct val="0"/>
        </a:spcBef>
        <a:spcAft>
          <a:spcPct val="0"/>
        </a:spcAft>
        <a:defRPr sz="4411">
          <a:solidFill>
            <a:schemeClr val="tx1"/>
          </a:solidFill>
          <a:latin typeface="Arial" pitchFamily="34" charset="0"/>
        </a:defRPr>
      </a:lvl8pPr>
      <a:lvl9pPr marL="1833372" algn="ctr" defTabSz="458343" rtl="0" fontAlgn="base">
        <a:spcBef>
          <a:spcPct val="0"/>
        </a:spcBef>
        <a:spcAft>
          <a:spcPct val="0"/>
        </a:spcAft>
        <a:defRPr sz="4411">
          <a:solidFill>
            <a:schemeClr val="tx1"/>
          </a:solidFill>
          <a:latin typeface="Arial" pitchFamily="34" charset="0"/>
        </a:defRPr>
      </a:lvl9pPr>
    </p:titleStyle>
    <p:bodyStyle>
      <a:lvl1pPr marL="343757" indent="-343757" algn="l" defTabSz="458343" rtl="0" eaLnBrk="0" fontAlgn="base" hangingPunct="0">
        <a:spcBef>
          <a:spcPct val="20000"/>
        </a:spcBef>
        <a:spcAft>
          <a:spcPct val="0"/>
        </a:spcAft>
        <a:buFont typeface="Arial" charset="0"/>
        <a:buChar char="•"/>
        <a:defRPr sz="3208" kern="1200">
          <a:solidFill>
            <a:schemeClr val="tx1"/>
          </a:solidFill>
          <a:latin typeface="+mn-lt"/>
          <a:ea typeface="+mn-ea"/>
          <a:cs typeface="+mn-cs"/>
        </a:defRPr>
      </a:lvl1pPr>
      <a:lvl2pPr marL="744807" indent="-286464" algn="l" defTabSz="458343" rtl="0" eaLnBrk="0" fontAlgn="base" hangingPunct="0">
        <a:spcBef>
          <a:spcPct val="20000"/>
        </a:spcBef>
        <a:spcAft>
          <a:spcPct val="0"/>
        </a:spcAft>
        <a:buFont typeface="Arial" charset="0"/>
        <a:buChar char="–"/>
        <a:defRPr sz="2807" kern="1200">
          <a:solidFill>
            <a:schemeClr val="tx1"/>
          </a:solidFill>
          <a:latin typeface="+mn-lt"/>
          <a:ea typeface="+mn-ea"/>
          <a:cs typeface="+mn-cs"/>
        </a:defRPr>
      </a:lvl2pPr>
      <a:lvl3pPr marL="1145858" indent="-229172" algn="l" defTabSz="458343" rtl="0" eaLnBrk="0" fontAlgn="base" hangingPunct="0">
        <a:spcBef>
          <a:spcPct val="20000"/>
        </a:spcBef>
        <a:spcAft>
          <a:spcPct val="0"/>
        </a:spcAft>
        <a:buFont typeface="Arial" charset="0"/>
        <a:buChar char="•"/>
        <a:defRPr sz="2406" kern="1200">
          <a:solidFill>
            <a:schemeClr val="tx1"/>
          </a:solidFill>
          <a:latin typeface="+mn-lt"/>
          <a:ea typeface="+mn-ea"/>
          <a:cs typeface="+mn-cs"/>
        </a:defRPr>
      </a:lvl3pPr>
      <a:lvl4pPr marL="1604201" indent="-229172" algn="l" defTabSz="458343" rtl="0" eaLnBrk="0" fontAlgn="base" hangingPunct="0">
        <a:spcBef>
          <a:spcPct val="20000"/>
        </a:spcBef>
        <a:spcAft>
          <a:spcPct val="0"/>
        </a:spcAft>
        <a:buFont typeface="Arial" charset="0"/>
        <a:buChar char="–"/>
        <a:defRPr sz="2005" kern="1200">
          <a:solidFill>
            <a:schemeClr val="tx1"/>
          </a:solidFill>
          <a:latin typeface="+mn-lt"/>
          <a:ea typeface="+mn-ea"/>
          <a:cs typeface="+mn-cs"/>
        </a:defRPr>
      </a:lvl4pPr>
      <a:lvl5pPr marL="2062544" indent="-229172" algn="l" defTabSz="458343" rtl="0" eaLnBrk="0" fontAlgn="base" hangingPunct="0">
        <a:spcBef>
          <a:spcPct val="20000"/>
        </a:spcBef>
        <a:spcAft>
          <a:spcPct val="0"/>
        </a:spcAft>
        <a:buFont typeface="Arial" charset="0"/>
        <a:buChar char="»"/>
        <a:defRPr sz="2005" kern="1200">
          <a:solidFill>
            <a:schemeClr val="tx1"/>
          </a:solidFill>
          <a:latin typeface="+mn-lt"/>
          <a:ea typeface="+mn-ea"/>
          <a:cs typeface="+mn-cs"/>
        </a:defRPr>
      </a:lvl5pPr>
      <a:lvl6pPr marL="2520887" indent="-229172" algn="l" defTabSz="458343" rtl="0" eaLnBrk="1" latinLnBrk="0" hangingPunct="1">
        <a:spcBef>
          <a:spcPct val="20000"/>
        </a:spcBef>
        <a:buFont typeface="Arial"/>
        <a:buChar char="•"/>
        <a:defRPr sz="2005" kern="1200">
          <a:solidFill>
            <a:schemeClr val="tx1"/>
          </a:solidFill>
          <a:latin typeface="+mn-lt"/>
          <a:ea typeface="+mn-ea"/>
          <a:cs typeface="+mn-cs"/>
        </a:defRPr>
      </a:lvl6pPr>
      <a:lvl7pPr marL="2979230" indent="-229172" algn="l" defTabSz="458343" rtl="0" eaLnBrk="1" latinLnBrk="0" hangingPunct="1">
        <a:spcBef>
          <a:spcPct val="20000"/>
        </a:spcBef>
        <a:buFont typeface="Arial"/>
        <a:buChar char="•"/>
        <a:defRPr sz="2005" kern="1200">
          <a:solidFill>
            <a:schemeClr val="tx1"/>
          </a:solidFill>
          <a:latin typeface="+mn-lt"/>
          <a:ea typeface="+mn-ea"/>
          <a:cs typeface="+mn-cs"/>
        </a:defRPr>
      </a:lvl7pPr>
      <a:lvl8pPr marL="3437573" indent="-229172" algn="l" defTabSz="458343" rtl="0" eaLnBrk="1" latinLnBrk="0" hangingPunct="1">
        <a:spcBef>
          <a:spcPct val="20000"/>
        </a:spcBef>
        <a:buFont typeface="Arial"/>
        <a:buChar char="•"/>
        <a:defRPr sz="2005" kern="1200">
          <a:solidFill>
            <a:schemeClr val="tx1"/>
          </a:solidFill>
          <a:latin typeface="+mn-lt"/>
          <a:ea typeface="+mn-ea"/>
          <a:cs typeface="+mn-cs"/>
        </a:defRPr>
      </a:lvl8pPr>
      <a:lvl9pPr marL="3895916" indent="-229172" algn="l" defTabSz="458343" rtl="0" eaLnBrk="1" latinLnBrk="0" hangingPunct="1">
        <a:spcBef>
          <a:spcPct val="20000"/>
        </a:spcBef>
        <a:buFont typeface="Arial"/>
        <a:buChar char="•"/>
        <a:defRPr sz="2005" kern="1200">
          <a:solidFill>
            <a:schemeClr val="tx1"/>
          </a:solidFill>
          <a:latin typeface="+mn-lt"/>
          <a:ea typeface="+mn-ea"/>
          <a:cs typeface="+mn-cs"/>
        </a:defRPr>
      </a:lvl9pPr>
    </p:bodyStyle>
    <p:otherStyle>
      <a:defPPr>
        <a:defRPr lang="en-US"/>
      </a:defPPr>
      <a:lvl1pPr marL="0" algn="l" defTabSz="458343" rtl="0" eaLnBrk="1" latinLnBrk="0" hangingPunct="1">
        <a:defRPr sz="1805" kern="1200">
          <a:solidFill>
            <a:schemeClr val="tx1"/>
          </a:solidFill>
          <a:latin typeface="+mn-lt"/>
          <a:ea typeface="+mn-ea"/>
          <a:cs typeface="+mn-cs"/>
        </a:defRPr>
      </a:lvl1pPr>
      <a:lvl2pPr marL="458343" algn="l" defTabSz="458343" rtl="0" eaLnBrk="1" latinLnBrk="0" hangingPunct="1">
        <a:defRPr sz="1805" kern="1200">
          <a:solidFill>
            <a:schemeClr val="tx1"/>
          </a:solidFill>
          <a:latin typeface="+mn-lt"/>
          <a:ea typeface="+mn-ea"/>
          <a:cs typeface="+mn-cs"/>
        </a:defRPr>
      </a:lvl2pPr>
      <a:lvl3pPr marL="916686" algn="l" defTabSz="458343" rtl="0" eaLnBrk="1" latinLnBrk="0" hangingPunct="1">
        <a:defRPr sz="1805" kern="1200">
          <a:solidFill>
            <a:schemeClr val="tx1"/>
          </a:solidFill>
          <a:latin typeface="+mn-lt"/>
          <a:ea typeface="+mn-ea"/>
          <a:cs typeface="+mn-cs"/>
        </a:defRPr>
      </a:lvl3pPr>
      <a:lvl4pPr marL="1375029" algn="l" defTabSz="458343" rtl="0" eaLnBrk="1" latinLnBrk="0" hangingPunct="1">
        <a:defRPr sz="1805" kern="1200">
          <a:solidFill>
            <a:schemeClr val="tx1"/>
          </a:solidFill>
          <a:latin typeface="+mn-lt"/>
          <a:ea typeface="+mn-ea"/>
          <a:cs typeface="+mn-cs"/>
        </a:defRPr>
      </a:lvl4pPr>
      <a:lvl5pPr marL="1833372" algn="l" defTabSz="458343" rtl="0" eaLnBrk="1" latinLnBrk="0" hangingPunct="1">
        <a:defRPr sz="1805" kern="1200">
          <a:solidFill>
            <a:schemeClr val="tx1"/>
          </a:solidFill>
          <a:latin typeface="+mn-lt"/>
          <a:ea typeface="+mn-ea"/>
          <a:cs typeface="+mn-cs"/>
        </a:defRPr>
      </a:lvl5pPr>
      <a:lvl6pPr marL="2291715" algn="l" defTabSz="458343" rtl="0" eaLnBrk="1" latinLnBrk="0" hangingPunct="1">
        <a:defRPr sz="1805" kern="1200">
          <a:solidFill>
            <a:schemeClr val="tx1"/>
          </a:solidFill>
          <a:latin typeface="+mn-lt"/>
          <a:ea typeface="+mn-ea"/>
          <a:cs typeface="+mn-cs"/>
        </a:defRPr>
      </a:lvl6pPr>
      <a:lvl7pPr marL="2750058" algn="l" defTabSz="458343" rtl="0" eaLnBrk="1" latinLnBrk="0" hangingPunct="1">
        <a:defRPr sz="1805" kern="1200">
          <a:solidFill>
            <a:schemeClr val="tx1"/>
          </a:solidFill>
          <a:latin typeface="+mn-lt"/>
          <a:ea typeface="+mn-ea"/>
          <a:cs typeface="+mn-cs"/>
        </a:defRPr>
      </a:lvl7pPr>
      <a:lvl8pPr marL="3208401" algn="l" defTabSz="458343" rtl="0" eaLnBrk="1" latinLnBrk="0" hangingPunct="1">
        <a:defRPr sz="1805" kern="1200">
          <a:solidFill>
            <a:schemeClr val="tx1"/>
          </a:solidFill>
          <a:latin typeface="+mn-lt"/>
          <a:ea typeface="+mn-ea"/>
          <a:cs typeface="+mn-cs"/>
        </a:defRPr>
      </a:lvl8pPr>
      <a:lvl9pPr marL="3666744" algn="l" defTabSz="458343"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s://github.com/IfcSharp/IfcSQ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fhwa.dot.gov/construction/dabs/library_rc240004.pdf"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s://search.bsdd.buildingsmart.org/uri/wsdot/wsdotsigns/"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search.bsdd.buildingsmart.org/uri/wsdot/wsdotsigns/"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technical.buildingsmart.org/services/bsdd/manage/"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github.com/buildingSMART/bSDD/tree/master/Model/Import%20Model/spreadsheet-impor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90C73-80D7-6B60-6814-E44E7EFC16ED}"/>
            </a:ext>
          </a:extLst>
        </p:cNvPr>
        <p:cNvGrpSpPr/>
        <p:nvPr/>
      </p:nvGrpSpPr>
      <p:grpSpPr>
        <a:xfrm>
          <a:off x="0" y="0"/>
          <a:ext cx="0" cy="0"/>
          <a:chOff x="0" y="0"/>
          <a:chExt cx="0" cy="0"/>
        </a:xfrm>
      </p:grpSpPr>
      <p:sp>
        <p:nvSpPr>
          <p:cNvPr id="1033" name="Title 1">
            <a:extLst>
              <a:ext uri="{FF2B5EF4-FFF2-40B4-BE49-F238E27FC236}">
                <a16:creationId xmlns:a16="http://schemas.microsoft.com/office/drawing/2014/main" id="{18082A1E-D99F-C36C-2F48-3B7FF5E7167B}"/>
              </a:ext>
            </a:extLst>
          </p:cNvPr>
          <p:cNvSpPr>
            <a:spLocks noGrp="1"/>
          </p:cNvSpPr>
          <p:nvPr>
            <p:ph type="title"/>
          </p:nvPr>
        </p:nvSpPr>
        <p:spPr>
          <a:xfrm>
            <a:off x="609600" y="274639"/>
            <a:ext cx="10972800" cy="1143000"/>
          </a:xfrm>
        </p:spPr>
        <p:txBody>
          <a:bodyPr/>
          <a:lstStyle/>
          <a:p>
            <a:r>
              <a:rPr lang="en-US" dirty="0"/>
              <a:t>Washington State DOT ADCMS</a:t>
            </a:r>
          </a:p>
        </p:txBody>
      </p:sp>
      <p:pic>
        <p:nvPicPr>
          <p:cNvPr id="1028" name="Picture 4">
            <a:extLst>
              <a:ext uri="{FF2B5EF4-FFF2-40B4-BE49-F238E27FC236}">
                <a16:creationId xmlns:a16="http://schemas.microsoft.com/office/drawing/2014/main" id="{E4D9B03C-B9CA-63A6-CF65-DCE1E82FD81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60380" y="1600202"/>
            <a:ext cx="7871240" cy="4525963"/>
          </a:xfrm>
          <a:prstGeom prst="rect">
            <a:avLst/>
          </a:prstGeom>
          <a:solidFill>
            <a:srgbClr val="FFFFFF"/>
          </a:solidFill>
        </p:spPr>
      </p:pic>
      <p:sp>
        <p:nvSpPr>
          <p:cNvPr id="1035" name="Slide Number Placeholder 3">
            <a:extLst>
              <a:ext uri="{FF2B5EF4-FFF2-40B4-BE49-F238E27FC236}">
                <a16:creationId xmlns:a16="http://schemas.microsoft.com/office/drawing/2014/main" id="{EF1AE205-AFFF-DF7A-AB57-DB64B2639618}"/>
              </a:ext>
            </a:extLst>
          </p:cNvPr>
          <p:cNvSpPr>
            <a:spLocks noGrp="1"/>
          </p:cNvSpPr>
          <p:nvPr>
            <p:ph type="sldNum" sz="quarter" idx="12"/>
          </p:nvPr>
        </p:nvSpPr>
        <p:spPr>
          <a:xfrm>
            <a:off x="9347200" y="6492877"/>
            <a:ext cx="2844800" cy="365125"/>
          </a:xfrm>
        </p:spPr>
        <p:txBody>
          <a:bodyPr/>
          <a:lstStyle/>
          <a:p>
            <a:pPr>
              <a:spcAft>
                <a:spcPts val="600"/>
              </a:spcAft>
              <a:defRPr/>
            </a:pPr>
            <a:fld id="{07A1B390-8C00-49C7-BEED-470B249615B6}" type="slidenum">
              <a:rPr lang="en-US" smtClean="0"/>
              <a:pPr>
                <a:spcAft>
                  <a:spcPts val="600"/>
                </a:spcAft>
                <a:defRPr/>
              </a:pPr>
              <a:t>1</a:t>
            </a:fld>
            <a:endParaRPr lang="en-US"/>
          </a:p>
        </p:txBody>
      </p:sp>
    </p:spTree>
    <p:extLst>
      <p:ext uri="{BB962C8B-B14F-4D97-AF65-F5344CB8AC3E}">
        <p14:creationId xmlns:p14="http://schemas.microsoft.com/office/powerpoint/2010/main" val="37551985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7B85-BDC0-B489-BCBF-B1D6C032AD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C7789B-2A72-558C-0072-73200B2EEEF5}"/>
              </a:ext>
            </a:extLst>
          </p:cNvPr>
          <p:cNvSpPr>
            <a:spLocks noGrp="1"/>
          </p:cNvSpPr>
          <p:nvPr>
            <p:ph type="sldNum" sz="quarter" idx="12"/>
          </p:nvPr>
        </p:nvSpPr>
        <p:spPr/>
        <p:txBody>
          <a:bodyPr/>
          <a:lstStyle/>
          <a:p>
            <a:pPr>
              <a:defRPr/>
            </a:pPr>
            <a:fld id="{07A1B390-8C00-49C7-BEED-470B249615B6}" type="slidenum">
              <a:rPr lang="en-US" smtClean="0"/>
              <a:pPr>
                <a:defRPr/>
              </a:pPr>
              <a:t>2</a:t>
            </a:fld>
            <a:endParaRPr lang="en-US" dirty="0"/>
          </a:p>
        </p:txBody>
      </p:sp>
      <p:sp>
        <p:nvSpPr>
          <p:cNvPr id="5" name="AutoShape 3">
            <a:extLst>
              <a:ext uri="{FF2B5EF4-FFF2-40B4-BE49-F238E27FC236}">
                <a16:creationId xmlns:a16="http://schemas.microsoft.com/office/drawing/2014/main" id="{9F13203A-AA41-31E7-8066-A52E0385B4EA}"/>
              </a:ext>
            </a:extLst>
          </p:cNvPr>
          <p:cNvSpPr>
            <a:spLocks noChangeArrowheads="1"/>
          </p:cNvSpPr>
          <p:nvPr/>
        </p:nvSpPr>
        <p:spPr bwMode="auto">
          <a:xfrm>
            <a:off x="7193873" y="4584702"/>
            <a:ext cx="3405187" cy="1116013"/>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6" name="Flowchart: Process 3">
            <a:extLst>
              <a:ext uri="{FF2B5EF4-FFF2-40B4-BE49-F238E27FC236}">
                <a16:creationId xmlns:a16="http://schemas.microsoft.com/office/drawing/2014/main" id="{50233F90-9C74-6762-FFEB-CD72B1101E0B}"/>
              </a:ext>
            </a:extLst>
          </p:cNvPr>
          <p:cNvSpPr>
            <a:spLocks noChangeArrowheads="1"/>
          </p:cNvSpPr>
          <p:nvPr/>
        </p:nvSpPr>
        <p:spPr bwMode="auto">
          <a:xfrm>
            <a:off x="3895048" y="2925765"/>
            <a:ext cx="1184275" cy="288925"/>
          </a:xfrm>
          <a:prstGeom prst="flowChartProcess">
            <a:avLst/>
          </a:prstGeom>
          <a:solidFill>
            <a:srgbClr val="B4C6E7"/>
          </a:solidFill>
          <a:ln w="12700" algn="ctr">
            <a:solidFill>
              <a:srgbClr val="261C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000" b="1" i="0" u="none" strike="noStrike" cap="none" normalizeH="0" baseline="0">
                <a:ln>
                  <a:noFill/>
                </a:ln>
                <a:solidFill>
                  <a:srgbClr val="000000"/>
                </a:solidFill>
                <a:effectLst/>
                <a:latin typeface="Calibri" panose="020F0502020204030204" pitchFamily="34" charset="0"/>
              </a:rPr>
              <a:t>Sign Design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Flowchart: Process 4">
            <a:extLst>
              <a:ext uri="{FF2B5EF4-FFF2-40B4-BE49-F238E27FC236}">
                <a16:creationId xmlns:a16="http://schemas.microsoft.com/office/drawing/2014/main" id="{1A01704D-C686-3DEC-9231-07930CF21744}"/>
              </a:ext>
            </a:extLst>
          </p:cNvPr>
          <p:cNvSpPr>
            <a:spLocks noChangeArrowheads="1"/>
          </p:cNvSpPr>
          <p:nvPr/>
        </p:nvSpPr>
        <p:spPr bwMode="auto">
          <a:xfrm>
            <a:off x="3895048" y="3219452"/>
            <a:ext cx="1184275" cy="828675"/>
          </a:xfrm>
          <a:prstGeom prst="flowChartProcess">
            <a:avLst/>
          </a:prstGeom>
          <a:solidFill>
            <a:srgbClr val="B4C6E7"/>
          </a:solidFill>
          <a:ln w="12700" algn="ctr">
            <a:solidFill>
              <a:srgbClr val="261C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900" b="0" i="0" u="none" strike="noStrike" cap="none" normalizeH="0" baseline="0">
                <a:ln>
                  <a:noFill/>
                </a:ln>
                <a:solidFill>
                  <a:srgbClr val="000000"/>
                </a:solidFill>
                <a:effectLst/>
                <a:latin typeface="Calibri" panose="020F0502020204030204" pitchFamily="34" charset="0"/>
              </a:rPr>
              <a:t>Item Type Information Added:  All Items from the Sign Specifications Sheet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AutoShape 6">
            <a:extLst>
              <a:ext uri="{FF2B5EF4-FFF2-40B4-BE49-F238E27FC236}">
                <a16:creationId xmlns:a16="http://schemas.microsoft.com/office/drawing/2014/main" id="{75949AF1-F31C-37A9-31DD-51012A84B2C1}"/>
              </a:ext>
            </a:extLst>
          </p:cNvPr>
          <p:cNvSpPr>
            <a:spLocks noChangeArrowheads="1"/>
          </p:cNvSpPr>
          <p:nvPr/>
        </p:nvSpPr>
        <p:spPr bwMode="auto">
          <a:xfrm>
            <a:off x="3893460" y="4046540"/>
            <a:ext cx="1185863" cy="692150"/>
          </a:xfrm>
          <a:prstGeom prst="flowChartProcess">
            <a:avLst/>
          </a:prstGeom>
          <a:solidFill>
            <a:srgbClr val="B4C6E7"/>
          </a:solidFill>
          <a:ln w="12700" algn="ctr">
            <a:solidFill>
              <a:srgbClr val="261C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900" b="0" i="0" u="none" strike="noStrike" cap="none" normalizeH="0" baseline="0">
                <a:ln>
                  <a:noFill/>
                </a:ln>
                <a:solidFill>
                  <a:srgbClr val="000000"/>
                </a:solidFill>
                <a:effectLst/>
                <a:latin typeface="Calibri" panose="020F0502020204030204" pitchFamily="34" charset="0"/>
              </a:rPr>
              <a:t>Sign Specification Sheets for Manufacturing generated from OpenRoads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AutoShape 7">
            <a:extLst>
              <a:ext uri="{FF2B5EF4-FFF2-40B4-BE49-F238E27FC236}">
                <a16:creationId xmlns:a16="http://schemas.microsoft.com/office/drawing/2014/main" id="{0E74A48A-C9F7-6AE4-3E04-47DB058683D3}"/>
              </a:ext>
            </a:extLst>
          </p:cNvPr>
          <p:cNvSpPr>
            <a:spLocks noChangeArrowheads="1"/>
          </p:cNvSpPr>
          <p:nvPr/>
        </p:nvSpPr>
        <p:spPr bwMode="auto">
          <a:xfrm>
            <a:off x="4098269" y="832710"/>
            <a:ext cx="1489075" cy="723900"/>
          </a:xfrm>
          <a:prstGeom prst="flowChartProcess">
            <a:avLst/>
          </a:prstGeom>
          <a:solidFill>
            <a:srgbClr val="ED7D31"/>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rPr>
              <a:t>Existing Signing </a:t>
            </a:r>
            <a:br>
              <a:rPr kumimoji="0" lang="en-US" altLang="en-US" sz="1200" b="0" i="0" u="none" strike="noStrike" cap="none" normalizeH="0" baseline="0" dirty="0">
                <a:ln>
                  <a:noFill/>
                </a:ln>
                <a:solidFill>
                  <a:srgbClr val="000000"/>
                </a:solidFill>
                <a:effectLst/>
                <a:latin typeface="Calibri" panose="020F0502020204030204" pitchFamily="34" charset="0"/>
              </a:rPr>
            </a:br>
            <a:r>
              <a:rPr kumimoji="0" lang="en-US" altLang="en-US" sz="1200" b="0" i="0" u="none" strike="noStrike" cap="none" normalizeH="0" baseline="0" dirty="0">
                <a:ln>
                  <a:noFill/>
                </a:ln>
                <a:solidFill>
                  <a:srgbClr val="000000"/>
                </a:solidFill>
                <a:effectLst/>
                <a:latin typeface="Calibri" panose="020F0502020204030204" pitchFamily="34" charset="0"/>
              </a:rPr>
              <a:t>Inventory Added from LiDAR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Flowchart: Process 2">
            <a:extLst>
              <a:ext uri="{FF2B5EF4-FFF2-40B4-BE49-F238E27FC236}">
                <a16:creationId xmlns:a16="http://schemas.microsoft.com/office/drawing/2014/main" id="{CD975864-0AF0-5DE1-49B1-55C3197DB3DB}"/>
              </a:ext>
            </a:extLst>
          </p:cNvPr>
          <p:cNvSpPr>
            <a:spLocks noChangeArrowheads="1"/>
          </p:cNvSpPr>
          <p:nvPr/>
        </p:nvSpPr>
        <p:spPr bwMode="auto">
          <a:xfrm>
            <a:off x="3893460" y="2038352"/>
            <a:ext cx="1185863" cy="889000"/>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Existing Signing Uploaded into </a:t>
            </a:r>
            <a:r>
              <a:rPr kumimoji="0" lang="en-US" altLang="en-US" sz="1000" b="0" i="0" u="none" strike="noStrike" cap="none" normalizeH="0" baseline="0" dirty="0" err="1">
                <a:ln>
                  <a:noFill/>
                </a:ln>
                <a:solidFill>
                  <a:srgbClr val="000000"/>
                </a:solidFill>
                <a:effectLst/>
                <a:latin typeface="Calibri" panose="020F0502020204030204" pitchFamily="34" charset="0"/>
              </a:rPr>
              <a:t>OpenRoads</a:t>
            </a:r>
            <a:r>
              <a:rPr kumimoji="0" lang="en-US" altLang="en-US" sz="1000" b="0" i="0" u="none" strike="noStrike" cap="none" normalizeH="0" baseline="0" dirty="0">
                <a:ln>
                  <a:noFill/>
                </a:ln>
                <a:solidFill>
                  <a:srgbClr val="000000"/>
                </a:solidFill>
                <a:effectLst/>
                <a:latin typeface="Calibri" panose="020F0502020204030204" pitchFamily="34" charset="0"/>
              </a:rPr>
              <a:t> for sign design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1" name="Straight Arrow Connector 8">
            <a:extLst>
              <a:ext uri="{FF2B5EF4-FFF2-40B4-BE49-F238E27FC236}">
                <a16:creationId xmlns:a16="http://schemas.microsoft.com/office/drawing/2014/main" id="{5FBBEACB-6CF6-27E9-BB2B-8DD095936E6C}"/>
              </a:ext>
            </a:extLst>
          </p:cNvPr>
          <p:cNvCxnSpPr>
            <a:cxnSpLocks noChangeShapeType="1"/>
          </p:cNvCxnSpPr>
          <p:nvPr/>
        </p:nvCxnSpPr>
        <p:spPr bwMode="auto">
          <a:xfrm>
            <a:off x="5587344" y="1556610"/>
            <a:ext cx="1081066" cy="730980"/>
          </a:xfrm>
          <a:prstGeom prst="straightConnector1">
            <a:avLst/>
          </a:prstGeom>
          <a:noFill/>
          <a:ln w="63500" algn="ctr">
            <a:solidFill>
              <a:srgbClr val="ED7D31"/>
            </a:solidFill>
            <a:miter lim="800000"/>
            <a:headEnd/>
            <a:tailEnd type="triangle" w="med" len="med"/>
          </a:ln>
          <a:extLst>
            <a:ext uri="{909E8E84-426E-40DD-AFC4-6F175D3DCCD1}">
              <a14:hiddenFill xmlns:a14="http://schemas.microsoft.com/office/drawing/2010/main">
                <a:noFill/>
              </a14:hiddenFill>
            </a:ext>
          </a:extLst>
        </p:spPr>
      </p:cxnSp>
      <p:cxnSp>
        <p:nvCxnSpPr>
          <p:cNvPr id="12" name="AutoShape 10">
            <a:extLst>
              <a:ext uri="{FF2B5EF4-FFF2-40B4-BE49-F238E27FC236}">
                <a16:creationId xmlns:a16="http://schemas.microsoft.com/office/drawing/2014/main" id="{EFBE26EF-2D3F-3F38-5B30-AB61C7858D7C}"/>
              </a:ext>
            </a:extLst>
          </p:cNvPr>
          <p:cNvCxnSpPr>
            <a:cxnSpLocks noChangeShapeType="1"/>
          </p:cNvCxnSpPr>
          <p:nvPr/>
        </p:nvCxnSpPr>
        <p:spPr bwMode="auto">
          <a:xfrm flipH="1" flipV="1">
            <a:off x="5079323" y="2482852"/>
            <a:ext cx="1319212" cy="231775"/>
          </a:xfrm>
          <a:prstGeom prst="straightConnector1">
            <a:avLst/>
          </a:prstGeom>
          <a:noFill/>
          <a:ln w="44450" algn="ctr">
            <a:solidFill>
              <a:srgbClr val="ED7D31"/>
            </a:solidFill>
            <a:miter lim="800000"/>
            <a:headEnd/>
            <a:tailEnd type="triangle" w="med" len="med"/>
          </a:ln>
          <a:extLst>
            <a:ext uri="{909E8E84-426E-40DD-AFC4-6F175D3DCCD1}">
              <a14:hiddenFill xmlns:a14="http://schemas.microsoft.com/office/drawing/2010/main">
                <a:noFill/>
              </a14:hiddenFill>
            </a:ext>
          </a:extLst>
        </p:spPr>
      </p:cxnSp>
      <p:cxnSp>
        <p:nvCxnSpPr>
          <p:cNvPr id="14" name="Straight Arrow Connector 8">
            <a:extLst>
              <a:ext uri="{FF2B5EF4-FFF2-40B4-BE49-F238E27FC236}">
                <a16:creationId xmlns:a16="http://schemas.microsoft.com/office/drawing/2014/main" id="{388226C5-E7B9-BEBC-F4AF-E0D43DC9200E}"/>
              </a:ext>
            </a:extLst>
          </p:cNvPr>
          <p:cNvCxnSpPr>
            <a:cxnSpLocks noChangeShapeType="1"/>
            <a:endCxn id="26" idx="3"/>
          </p:cNvCxnSpPr>
          <p:nvPr/>
        </p:nvCxnSpPr>
        <p:spPr bwMode="auto">
          <a:xfrm flipV="1">
            <a:off x="5079323" y="3675605"/>
            <a:ext cx="1595531" cy="1336135"/>
          </a:xfrm>
          <a:prstGeom prst="straightConnector1">
            <a:avLst/>
          </a:prstGeom>
          <a:noFill/>
          <a:ln w="50800" algn="ctr">
            <a:solidFill>
              <a:srgbClr val="ED7D31"/>
            </a:solidFill>
            <a:miter lim="800000"/>
            <a:headEnd/>
            <a:tailEnd type="triangle" w="med" len="med"/>
          </a:ln>
          <a:extLst>
            <a:ext uri="{909E8E84-426E-40DD-AFC4-6F175D3DCCD1}">
              <a14:hiddenFill xmlns:a14="http://schemas.microsoft.com/office/drawing/2010/main">
                <a:noFill/>
              </a14:hiddenFill>
            </a:ext>
          </a:extLst>
        </p:spPr>
      </p:cxnSp>
      <p:sp>
        <p:nvSpPr>
          <p:cNvPr id="15" name="Flowchart: Process 2">
            <a:extLst>
              <a:ext uri="{FF2B5EF4-FFF2-40B4-BE49-F238E27FC236}">
                <a16:creationId xmlns:a16="http://schemas.microsoft.com/office/drawing/2014/main" id="{48F836D5-C790-44F2-A5B6-6169185DF249}"/>
              </a:ext>
            </a:extLst>
          </p:cNvPr>
          <p:cNvSpPr>
            <a:spLocks noChangeArrowheads="1"/>
          </p:cNvSpPr>
          <p:nvPr/>
        </p:nvSpPr>
        <p:spPr bwMode="auto">
          <a:xfrm>
            <a:off x="7322460" y="4718052"/>
            <a:ext cx="1533525" cy="838200"/>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Signing Uploaded into Unifier for Construction Inspection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16" name="AutoShape 14">
            <a:extLst>
              <a:ext uri="{FF2B5EF4-FFF2-40B4-BE49-F238E27FC236}">
                <a16:creationId xmlns:a16="http://schemas.microsoft.com/office/drawing/2014/main" id="{79439F73-2F39-D16C-ADAE-775F000B4515}"/>
              </a:ext>
            </a:extLst>
          </p:cNvPr>
          <p:cNvCxnSpPr>
            <a:cxnSpLocks noChangeShapeType="1"/>
            <a:stCxn id="26" idx="5"/>
            <a:endCxn id="17" idx="0"/>
          </p:cNvCxnSpPr>
          <p:nvPr/>
        </p:nvCxnSpPr>
        <p:spPr bwMode="auto">
          <a:xfrm>
            <a:off x="8144248" y="3675605"/>
            <a:ext cx="1496756" cy="1042447"/>
          </a:xfrm>
          <a:prstGeom prst="straightConnector1">
            <a:avLst/>
          </a:prstGeom>
          <a:noFill/>
          <a:ln w="38100" algn="ctr">
            <a:solidFill>
              <a:srgbClr val="ED7D31"/>
            </a:solidFill>
            <a:miter lim="800000"/>
            <a:headEnd type="triangle"/>
            <a:tailEnd type="none" w="med" len="med"/>
          </a:ln>
          <a:extLst>
            <a:ext uri="{909E8E84-426E-40DD-AFC4-6F175D3DCCD1}">
              <a14:hiddenFill xmlns:a14="http://schemas.microsoft.com/office/drawing/2010/main">
                <a:noFill/>
              </a14:hiddenFill>
            </a:ext>
          </a:extLst>
        </p:spPr>
      </p:cxnSp>
      <p:sp>
        <p:nvSpPr>
          <p:cNvPr id="17" name="AutoShape 15">
            <a:extLst>
              <a:ext uri="{FF2B5EF4-FFF2-40B4-BE49-F238E27FC236}">
                <a16:creationId xmlns:a16="http://schemas.microsoft.com/office/drawing/2014/main" id="{561F0F26-4B40-5EFE-1D7E-A5025B69104E}"/>
              </a:ext>
            </a:extLst>
          </p:cNvPr>
          <p:cNvSpPr>
            <a:spLocks noChangeArrowheads="1"/>
          </p:cNvSpPr>
          <p:nvPr/>
        </p:nvSpPr>
        <p:spPr bwMode="auto">
          <a:xfrm>
            <a:off x="8855985" y="4718052"/>
            <a:ext cx="1570038" cy="838200"/>
          </a:xfrm>
          <a:prstGeom prst="flowChartProcess">
            <a:avLst/>
          </a:prstGeom>
          <a:solidFill>
            <a:srgbClr val="4472C4"/>
          </a:solidFill>
          <a:ln w="12700" algn="ctr">
            <a:solidFill>
              <a:srgbClr val="09101D"/>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Construction:  As-Built Information Added Using Unifier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lowchart: Process 2">
            <a:extLst>
              <a:ext uri="{FF2B5EF4-FFF2-40B4-BE49-F238E27FC236}">
                <a16:creationId xmlns:a16="http://schemas.microsoft.com/office/drawing/2014/main" id="{CCB9D569-102E-2B03-96B6-3899FD782D81}"/>
              </a:ext>
            </a:extLst>
          </p:cNvPr>
          <p:cNvSpPr>
            <a:spLocks noChangeArrowheads="1"/>
          </p:cNvSpPr>
          <p:nvPr/>
        </p:nvSpPr>
        <p:spPr bwMode="auto">
          <a:xfrm>
            <a:off x="9497336" y="2938466"/>
            <a:ext cx="1187450" cy="836612"/>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Signing Uploaded into HATS for Maintenance </a:t>
            </a:r>
            <a:br>
              <a:rPr kumimoji="0" lang="en-US" altLang="en-US" sz="1000" b="0" i="0" u="none" strike="noStrike" cap="none" normalizeH="0" baseline="0" dirty="0">
                <a:ln>
                  <a:noFill/>
                </a:ln>
                <a:solidFill>
                  <a:srgbClr val="000000"/>
                </a:solidFill>
                <a:effectLst/>
                <a:latin typeface="Calibri" panose="020F0502020204030204" pitchFamily="34" charset="0"/>
              </a:rPr>
            </a:br>
            <a:r>
              <a:rPr kumimoji="0" lang="en-US" altLang="en-US" sz="1000" b="0" i="0" u="none" strike="noStrike" cap="none" normalizeH="0" baseline="0" dirty="0">
                <a:ln>
                  <a:noFill/>
                </a:ln>
                <a:solidFill>
                  <a:srgbClr val="000000"/>
                </a:solidFill>
                <a:effectLst/>
                <a:latin typeface="Calibri" panose="020F0502020204030204" pitchFamily="34" charset="0"/>
              </a:rPr>
              <a:t>Inspection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AutoShape 19">
            <a:extLst>
              <a:ext uri="{FF2B5EF4-FFF2-40B4-BE49-F238E27FC236}">
                <a16:creationId xmlns:a16="http://schemas.microsoft.com/office/drawing/2014/main" id="{C2CCAE14-C0D0-9A1B-86D4-8DAFDC696379}"/>
              </a:ext>
            </a:extLst>
          </p:cNvPr>
          <p:cNvSpPr>
            <a:spLocks noChangeArrowheads="1"/>
          </p:cNvSpPr>
          <p:nvPr/>
        </p:nvSpPr>
        <p:spPr bwMode="auto">
          <a:xfrm>
            <a:off x="9497336" y="1987553"/>
            <a:ext cx="1187450" cy="957263"/>
          </a:xfrm>
          <a:prstGeom prst="flowChartProcess">
            <a:avLst/>
          </a:prstGeom>
          <a:solidFill>
            <a:srgbClr val="4472C4"/>
          </a:solidFill>
          <a:ln w="12700" algn="ctr">
            <a:solidFill>
              <a:srgbClr val="09101D"/>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Maintenance:</a:t>
            </a:r>
          </a:p>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Modifies sign attributes in HATS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AutoShape 21">
            <a:extLst>
              <a:ext uri="{FF2B5EF4-FFF2-40B4-BE49-F238E27FC236}">
                <a16:creationId xmlns:a16="http://schemas.microsoft.com/office/drawing/2014/main" id="{E2809BE6-6384-F79A-E0C0-B3E44A37A30A}"/>
              </a:ext>
            </a:extLst>
          </p:cNvPr>
          <p:cNvSpPr>
            <a:spLocks noChangeArrowheads="1"/>
          </p:cNvSpPr>
          <p:nvPr/>
        </p:nvSpPr>
        <p:spPr bwMode="auto">
          <a:xfrm>
            <a:off x="7161170" y="636590"/>
            <a:ext cx="1427163" cy="984250"/>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24" name="Flowchart: Process 1">
            <a:extLst>
              <a:ext uri="{FF2B5EF4-FFF2-40B4-BE49-F238E27FC236}">
                <a16:creationId xmlns:a16="http://schemas.microsoft.com/office/drawing/2014/main" id="{2D63575A-A06E-A60F-FC3E-3671D8FBD741}"/>
              </a:ext>
            </a:extLst>
          </p:cNvPr>
          <p:cNvSpPr>
            <a:spLocks noChangeArrowheads="1"/>
          </p:cNvSpPr>
          <p:nvPr/>
        </p:nvSpPr>
        <p:spPr bwMode="auto">
          <a:xfrm>
            <a:off x="7338970" y="817565"/>
            <a:ext cx="1128713" cy="609600"/>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rPr>
              <a:t>TSMS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Text Box 1">
            <a:extLst>
              <a:ext uri="{FF2B5EF4-FFF2-40B4-BE49-F238E27FC236}">
                <a16:creationId xmlns:a16="http://schemas.microsoft.com/office/drawing/2014/main" id="{219F383D-2C77-19A4-BB2C-70B5F804B510}"/>
              </a:ext>
            </a:extLst>
          </p:cNvPr>
          <p:cNvSpPr txBox="1">
            <a:spLocks noChangeArrowheads="1"/>
          </p:cNvSpPr>
          <p:nvPr/>
        </p:nvSpPr>
        <p:spPr bwMode="auto">
          <a:xfrm>
            <a:off x="2666322" y="5675315"/>
            <a:ext cx="2816225"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Orange 	= Items the study will work on</a:t>
            </a:r>
          </a:p>
          <a:p>
            <a:pPr marL="0" marR="0" lvl="0" indent="0" algn="l" defTabSz="914400" rtl="0" eaLnBrk="0" fontAlgn="base" latinLnBrk="0" hangingPunct="0">
              <a:lnSpc>
                <a:spcPct val="100000"/>
              </a:lnSpc>
              <a:spcBef>
                <a:spcPct val="0"/>
              </a:spcBef>
              <a:spcAft>
                <a:spcPts val="80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Blue 	= Processes that put data in</a:t>
            </a:r>
            <a:br>
              <a:rPr kumimoji="0" lang="en-US" altLang="en-US" sz="1000" b="0" i="0" u="none" strike="noStrike" cap="none" normalizeH="0" baseline="0">
                <a:ln>
                  <a:noFill/>
                </a:ln>
                <a:solidFill>
                  <a:srgbClr val="000000"/>
                </a:solidFill>
                <a:effectLst/>
                <a:latin typeface="Calibri" panose="020F0502020204030204" pitchFamily="34" charset="0"/>
              </a:rPr>
            </a:br>
            <a:r>
              <a:rPr kumimoji="0" lang="en-US" altLang="en-US" sz="1000" b="0" i="0" u="none" strike="noStrike" cap="none" normalizeH="0" baseline="0">
                <a:ln>
                  <a:noFill/>
                </a:ln>
                <a:solidFill>
                  <a:srgbClr val="000000"/>
                </a:solidFill>
                <a:effectLst/>
                <a:latin typeface="Calibri" panose="020F0502020204030204" pitchFamily="34" charset="0"/>
              </a:rPr>
              <a:t>Green 	= Programs that take out data</a:t>
            </a:r>
            <a:br>
              <a:rPr kumimoji="0" lang="en-US" altLang="en-US" sz="1000" b="0" i="0" u="none" strike="noStrike" cap="none" normalizeH="0" baseline="0">
                <a:ln>
                  <a:noFill/>
                </a:ln>
                <a:solidFill>
                  <a:srgbClr val="000000"/>
                </a:solidFill>
                <a:effectLst/>
                <a:latin typeface="Calibri" panose="020F050202020403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Oval 24">
            <a:extLst>
              <a:ext uri="{FF2B5EF4-FFF2-40B4-BE49-F238E27FC236}">
                <a16:creationId xmlns:a16="http://schemas.microsoft.com/office/drawing/2014/main" id="{5BD1C15D-1A24-021E-0E62-C3DCAEAF2047}"/>
              </a:ext>
            </a:extLst>
          </p:cNvPr>
          <p:cNvSpPr>
            <a:spLocks noChangeArrowheads="1"/>
          </p:cNvSpPr>
          <p:nvPr/>
        </p:nvSpPr>
        <p:spPr bwMode="auto">
          <a:xfrm>
            <a:off x="6370532" y="2010968"/>
            <a:ext cx="2078038" cy="1950243"/>
          </a:xfrm>
          <a:prstGeom prst="ellipse">
            <a:avLst/>
          </a:prstGeom>
          <a:solidFill>
            <a:srgbClr val="ED7D31"/>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Calibri" panose="020F0502020204030204" pitchFamily="34" charset="0"/>
              </a:rPr>
              <a:t>Central Database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AutoShape 25">
            <a:extLst>
              <a:ext uri="{FF2B5EF4-FFF2-40B4-BE49-F238E27FC236}">
                <a16:creationId xmlns:a16="http://schemas.microsoft.com/office/drawing/2014/main" id="{B5F98A7F-AC53-09A1-5915-29732957BA8F}"/>
              </a:ext>
            </a:extLst>
          </p:cNvPr>
          <p:cNvSpPr>
            <a:spLocks noChangeArrowheads="1"/>
          </p:cNvSpPr>
          <p:nvPr/>
        </p:nvSpPr>
        <p:spPr bwMode="auto">
          <a:xfrm>
            <a:off x="3661685" y="1843090"/>
            <a:ext cx="1663700" cy="3573462"/>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28" name="WordArt 26">
            <a:extLst>
              <a:ext uri="{FF2B5EF4-FFF2-40B4-BE49-F238E27FC236}">
                <a16:creationId xmlns:a16="http://schemas.microsoft.com/office/drawing/2014/main" id="{CFF34B45-509F-985F-A362-2126EDCE1C2F}"/>
              </a:ext>
            </a:extLst>
          </p:cNvPr>
          <p:cNvSpPr>
            <a:spLocks noChangeArrowheads="1" noChangeShapeType="1" noTextEdit="1"/>
          </p:cNvSpPr>
          <p:nvPr/>
        </p:nvSpPr>
        <p:spPr bwMode="auto">
          <a:xfrm rot="-5400000">
            <a:off x="2371048" y="3467102"/>
            <a:ext cx="1962150" cy="457200"/>
          </a:xfrm>
          <a:prstGeom prst="rect">
            <a:avLst/>
          </a:prstGeom>
        </p:spPr>
        <p:txBody>
          <a:bodyPr wrap="none" fromWordArt="1">
            <a:prstTxWarp prst="textPlain">
              <a:avLst>
                <a:gd name="adj" fmla="val 50000"/>
              </a:avLst>
            </a:prstTxWarp>
          </a:bodyPr>
          <a:lstStyle/>
          <a:p>
            <a:pPr algn="ctr" rtl="0">
              <a:buNone/>
            </a:pPr>
            <a:r>
              <a:rPr lang="en-US" sz="3600" b="1" kern="10" spc="0" dirty="0">
                <a:ln w="15875">
                  <a:solidFill>
                    <a:srgbClr val="1F497D"/>
                  </a:solidFill>
                  <a:round/>
                  <a:headEnd/>
                  <a:tailEnd/>
                </a:ln>
                <a:solidFill>
                  <a:srgbClr val="EEECE1"/>
                </a:solidFill>
                <a:effectLst>
                  <a:outerShdw dist="29783" dir="1514402" algn="ctr" rotWithShape="0">
                    <a:srgbClr val="D8D8D8">
                      <a:alpha val="74998"/>
                    </a:srgbClr>
                  </a:outerShdw>
                </a:effectLst>
                <a:latin typeface="Arial Black" panose="020B0A04020102020204" pitchFamily="34" charset="0"/>
              </a:rPr>
              <a:t>DESIGN</a:t>
            </a:r>
          </a:p>
        </p:txBody>
      </p:sp>
      <p:sp>
        <p:nvSpPr>
          <p:cNvPr id="29" name="WordArt 27">
            <a:extLst>
              <a:ext uri="{FF2B5EF4-FFF2-40B4-BE49-F238E27FC236}">
                <a16:creationId xmlns:a16="http://schemas.microsoft.com/office/drawing/2014/main" id="{511EBED0-A2F3-2D0F-1A99-A9328B5466A0}"/>
              </a:ext>
            </a:extLst>
          </p:cNvPr>
          <p:cNvSpPr>
            <a:spLocks noChangeArrowheads="1" noChangeShapeType="1" noTextEdit="1"/>
          </p:cNvSpPr>
          <p:nvPr/>
        </p:nvSpPr>
        <p:spPr bwMode="auto">
          <a:xfrm rot="-21600000">
            <a:off x="7438348" y="5845177"/>
            <a:ext cx="2936875" cy="457200"/>
          </a:xfrm>
          <a:prstGeom prst="rect">
            <a:avLst/>
          </a:prstGeom>
        </p:spPr>
        <p:txBody>
          <a:bodyPr wrap="none" fromWordArt="1">
            <a:prstTxWarp prst="textPlain">
              <a:avLst>
                <a:gd name="adj" fmla="val 50000"/>
              </a:avLst>
            </a:prstTxWarp>
          </a:bodyPr>
          <a:lstStyle/>
          <a:p>
            <a:pPr algn="ctr" rtl="0">
              <a:buNone/>
            </a:pPr>
            <a:r>
              <a:rPr lang="en-US" sz="3600" b="1" kern="10" spc="0" dirty="0">
                <a:ln w="15875" algn="ctr">
                  <a:solidFill>
                    <a:srgbClr val="1F497D"/>
                  </a:solidFill>
                  <a:round/>
                  <a:headEnd/>
                  <a:tailEnd/>
                </a:ln>
                <a:solidFill>
                  <a:srgbClr val="EEECE1"/>
                </a:solidFill>
                <a:effectLst>
                  <a:outerShdw dist="29783" dir="1514402" algn="ctr" rotWithShape="0">
                    <a:srgbClr val="D8D8D8">
                      <a:alpha val="74998"/>
                    </a:srgbClr>
                  </a:outerShdw>
                </a:effectLst>
                <a:latin typeface="Arial Black" panose="020B0A04020102020204" pitchFamily="34" charset="0"/>
              </a:rPr>
              <a:t>CONSTRUCTION</a:t>
            </a:r>
          </a:p>
        </p:txBody>
      </p:sp>
      <p:sp>
        <p:nvSpPr>
          <p:cNvPr id="30" name="AutoShape 28">
            <a:extLst>
              <a:ext uri="{FF2B5EF4-FFF2-40B4-BE49-F238E27FC236}">
                <a16:creationId xmlns:a16="http://schemas.microsoft.com/office/drawing/2014/main" id="{ACF90734-BDE7-5150-7623-7CA771AA7E81}"/>
              </a:ext>
            </a:extLst>
          </p:cNvPr>
          <p:cNvSpPr>
            <a:spLocks noChangeArrowheads="1"/>
          </p:cNvSpPr>
          <p:nvPr/>
        </p:nvSpPr>
        <p:spPr bwMode="auto">
          <a:xfrm>
            <a:off x="9290961" y="1700216"/>
            <a:ext cx="1558925" cy="2366962"/>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31" name="WordArt 29">
            <a:extLst>
              <a:ext uri="{FF2B5EF4-FFF2-40B4-BE49-F238E27FC236}">
                <a16:creationId xmlns:a16="http://schemas.microsoft.com/office/drawing/2014/main" id="{92539C6D-F96A-B418-DA89-B85E2277B5A8}"/>
              </a:ext>
            </a:extLst>
          </p:cNvPr>
          <p:cNvSpPr>
            <a:spLocks noChangeArrowheads="1" noChangeShapeType="1" noTextEdit="1"/>
          </p:cNvSpPr>
          <p:nvPr/>
        </p:nvSpPr>
        <p:spPr bwMode="auto">
          <a:xfrm rot="-5400000">
            <a:off x="9490192" y="2556672"/>
            <a:ext cx="3306762" cy="457200"/>
          </a:xfrm>
          <a:prstGeom prst="rect">
            <a:avLst/>
          </a:prstGeom>
        </p:spPr>
        <p:txBody>
          <a:bodyPr wrap="none" fromWordArt="1">
            <a:prstTxWarp prst="textPlain">
              <a:avLst>
                <a:gd name="adj" fmla="val 50000"/>
              </a:avLst>
            </a:prstTxWarp>
          </a:bodyPr>
          <a:lstStyle/>
          <a:p>
            <a:pPr algn="ctr" rtl="0">
              <a:buNone/>
            </a:pPr>
            <a:r>
              <a:rPr lang="en-US" sz="3600" b="1" kern="10" spc="0">
                <a:ln w="15875" algn="ctr">
                  <a:solidFill>
                    <a:srgbClr val="1F497D"/>
                  </a:solidFill>
                  <a:round/>
                  <a:headEnd/>
                  <a:tailEnd/>
                </a:ln>
                <a:solidFill>
                  <a:srgbClr val="EEECE1"/>
                </a:solidFill>
                <a:effectLst>
                  <a:outerShdw dist="29783" dir="1514402" algn="ctr" rotWithShape="0">
                    <a:srgbClr val="D8D8D8">
                      <a:alpha val="74998"/>
                    </a:srgbClr>
                  </a:outerShdw>
                </a:effectLst>
                <a:latin typeface="Arial Black" panose="020B0A04020102020204" pitchFamily="34" charset="0"/>
              </a:rPr>
              <a:t>MAINTENANCE</a:t>
            </a:r>
          </a:p>
        </p:txBody>
      </p:sp>
      <p:cxnSp>
        <p:nvCxnSpPr>
          <p:cNvPr id="32" name="Straight Arrow Connector 8">
            <a:extLst>
              <a:ext uri="{FF2B5EF4-FFF2-40B4-BE49-F238E27FC236}">
                <a16:creationId xmlns:a16="http://schemas.microsoft.com/office/drawing/2014/main" id="{DECEEF91-0A3A-F5FA-F25E-702C33F325BF}"/>
              </a:ext>
            </a:extLst>
          </p:cNvPr>
          <p:cNvCxnSpPr>
            <a:cxnSpLocks noChangeShapeType="1"/>
            <a:endCxn id="24" idx="2"/>
          </p:cNvCxnSpPr>
          <p:nvPr/>
        </p:nvCxnSpPr>
        <p:spPr bwMode="auto">
          <a:xfrm flipV="1">
            <a:off x="7652025" y="1427165"/>
            <a:ext cx="251302" cy="609600"/>
          </a:xfrm>
          <a:prstGeom prst="straightConnector1">
            <a:avLst/>
          </a:prstGeom>
          <a:noFill/>
          <a:ln w="63500" algn="ctr">
            <a:solidFill>
              <a:srgbClr val="70AD47"/>
            </a:solidFill>
            <a:miter lim="800000"/>
            <a:headEnd type="triangle"/>
            <a:tailEnd type="triangle" w="med" len="med"/>
          </a:ln>
          <a:extLst>
            <a:ext uri="{909E8E84-426E-40DD-AFC4-6F175D3DCCD1}">
              <a14:hiddenFill xmlns:a14="http://schemas.microsoft.com/office/drawing/2010/main">
                <a:noFill/>
              </a14:hiddenFill>
            </a:ext>
          </a:extLst>
        </p:spPr>
      </p:cxnSp>
      <p:sp>
        <p:nvSpPr>
          <p:cNvPr id="33" name="WordArt 31">
            <a:extLst>
              <a:ext uri="{FF2B5EF4-FFF2-40B4-BE49-F238E27FC236}">
                <a16:creationId xmlns:a16="http://schemas.microsoft.com/office/drawing/2014/main" id="{12EB15BB-92AF-5455-09D8-BD84D815A446}"/>
              </a:ext>
            </a:extLst>
          </p:cNvPr>
          <p:cNvSpPr>
            <a:spLocks noChangeArrowheads="1" noChangeShapeType="1" noTextEdit="1"/>
          </p:cNvSpPr>
          <p:nvPr/>
        </p:nvSpPr>
        <p:spPr bwMode="auto">
          <a:xfrm rot="-21600000">
            <a:off x="7069889" y="108746"/>
            <a:ext cx="2078038" cy="457200"/>
          </a:xfrm>
          <a:prstGeom prst="rect">
            <a:avLst/>
          </a:prstGeom>
        </p:spPr>
        <p:txBody>
          <a:bodyPr wrap="none" fromWordArt="1">
            <a:prstTxWarp prst="textPlain">
              <a:avLst>
                <a:gd name="adj" fmla="val 50000"/>
              </a:avLst>
            </a:prstTxWarp>
          </a:bodyPr>
          <a:lstStyle/>
          <a:p>
            <a:pPr algn="ctr" rtl="0">
              <a:buNone/>
            </a:pPr>
            <a:r>
              <a:rPr lang="en-US" sz="3600" b="1" kern="10" spc="0" dirty="0">
                <a:ln w="15875" algn="ctr">
                  <a:solidFill>
                    <a:srgbClr val="1F497D"/>
                  </a:solidFill>
                  <a:round/>
                  <a:headEnd/>
                  <a:tailEnd/>
                </a:ln>
                <a:solidFill>
                  <a:srgbClr val="EEECE1"/>
                </a:solidFill>
                <a:effectLst>
                  <a:outerShdw dist="29783" dir="1514402" algn="ctr" rotWithShape="0">
                    <a:srgbClr val="D8D8D8">
                      <a:alpha val="74998"/>
                    </a:srgbClr>
                  </a:outerShdw>
                </a:effectLst>
                <a:latin typeface="Arial Black" panose="020B0A04020102020204" pitchFamily="34" charset="0"/>
              </a:rPr>
              <a:t>TRAFFIC</a:t>
            </a:r>
          </a:p>
        </p:txBody>
      </p:sp>
      <p:sp>
        <p:nvSpPr>
          <p:cNvPr id="34" name="AutoShape 21">
            <a:extLst>
              <a:ext uri="{FF2B5EF4-FFF2-40B4-BE49-F238E27FC236}">
                <a16:creationId xmlns:a16="http://schemas.microsoft.com/office/drawing/2014/main" id="{4508ACE8-DC16-711C-FC36-6407AEF5BD20}"/>
              </a:ext>
            </a:extLst>
          </p:cNvPr>
          <p:cNvSpPr>
            <a:spLocks noChangeArrowheads="1"/>
          </p:cNvSpPr>
          <p:nvPr/>
        </p:nvSpPr>
        <p:spPr bwMode="auto">
          <a:xfrm>
            <a:off x="3972107" y="729459"/>
            <a:ext cx="1728744" cy="984250"/>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35" name="Title 1">
            <a:extLst>
              <a:ext uri="{FF2B5EF4-FFF2-40B4-BE49-F238E27FC236}">
                <a16:creationId xmlns:a16="http://schemas.microsoft.com/office/drawing/2014/main" id="{E76AAE9A-662D-0A78-48A9-6B63F3ECD232}"/>
              </a:ext>
            </a:extLst>
          </p:cNvPr>
          <p:cNvSpPr txBox="1">
            <a:spLocks/>
          </p:cNvSpPr>
          <p:nvPr/>
        </p:nvSpPr>
        <p:spPr>
          <a:xfrm>
            <a:off x="46516" y="56578"/>
            <a:ext cx="6621893" cy="713652"/>
          </a:xfrm>
          <a:prstGeom prst="rect">
            <a:avLst/>
          </a:prstGeom>
        </p:spPr>
        <p:txBody>
          <a:bodyPr/>
          <a:lst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a:lstStyle>
          <a:p>
            <a:pPr hangingPunct="1"/>
            <a:r>
              <a:rPr lang="en-US" sz="3600" dirty="0">
                <a:solidFill>
                  <a:srgbClr val="1D7D5B"/>
                </a:solidFill>
                <a:latin typeface="Arial Black"/>
                <a:ea typeface="+mn-ea"/>
              </a:rPr>
              <a:t>Sign Lifecycle at WSDOT</a:t>
            </a:r>
          </a:p>
        </p:txBody>
      </p:sp>
      <p:cxnSp>
        <p:nvCxnSpPr>
          <p:cNvPr id="3" name="AutoShape 14">
            <a:extLst>
              <a:ext uri="{FF2B5EF4-FFF2-40B4-BE49-F238E27FC236}">
                <a16:creationId xmlns:a16="http://schemas.microsoft.com/office/drawing/2014/main" id="{CC9416B4-855C-D462-22F3-2A9816BCA2A7}"/>
              </a:ext>
            </a:extLst>
          </p:cNvPr>
          <p:cNvCxnSpPr>
            <a:cxnSpLocks noChangeShapeType="1"/>
            <a:endCxn id="15" idx="0"/>
          </p:cNvCxnSpPr>
          <p:nvPr/>
        </p:nvCxnSpPr>
        <p:spPr bwMode="auto">
          <a:xfrm>
            <a:off x="7662809" y="3951758"/>
            <a:ext cx="426414" cy="766294"/>
          </a:xfrm>
          <a:prstGeom prst="straightConnector1">
            <a:avLst/>
          </a:prstGeom>
          <a:noFill/>
          <a:ln w="38100" algn="ctr">
            <a:solidFill>
              <a:srgbClr val="ED7D31"/>
            </a:solidFill>
            <a:miter lim="800000"/>
            <a:headEnd type="none"/>
            <a:tailEnd type="triangle" w="med" len="med"/>
          </a:ln>
          <a:extLst>
            <a:ext uri="{909E8E84-426E-40DD-AFC4-6F175D3DCCD1}">
              <a14:hiddenFill xmlns:a14="http://schemas.microsoft.com/office/drawing/2010/main">
                <a:noFill/>
              </a14:hiddenFill>
            </a:ext>
          </a:extLst>
        </p:spPr>
      </p:cxnSp>
      <p:cxnSp>
        <p:nvCxnSpPr>
          <p:cNvPr id="36" name="AutoShape 14">
            <a:extLst>
              <a:ext uri="{FF2B5EF4-FFF2-40B4-BE49-F238E27FC236}">
                <a16:creationId xmlns:a16="http://schemas.microsoft.com/office/drawing/2014/main" id="{8CD520C1-BCAD-5950-643C-17D1E89CF15C}"/>
              </a:ext>
            </a:extLst>
          </p:cNvPr>
          <p:cNvCxnSpPr>
            <a:cxnSpLocks noChangeShapeType="1"/>
            <a:endCxn id="21" idx="1"/>
          </p:cNvCxnSpPr>
          <p:nvPr/>
        </p:nvCxnSpPr>
        <p:spPr bwMode="auto">
          <a:xfrm flipV="1">
            <a:off x="8394009" y="2466185"/>
            <a:ext cx="1103327" cy="132032"/>
          </a:xfrm>
          <a:prstGeom prst="straightConnector1">
            <a:avLst/>
          </a:prstGeom>
          <a:noFill/>
          <a:ln w="38100" algn="ctr">
            <a:solidFill>
              <a:srgbClr val="ED7D31"/>
            </a:solidFill>
            <a:miter lim="800000"/>
            <a:headEnd type="triangle"/>
            <a:tailEnd type="none" w="med" len="med"/>
          </a:ln>
          <a:extLst>
            <a:ext uri="{909E8E84-426E-40DD-AFC4-6F175D3DCCD1}">
              <a14:hiddenFill xmlns:a14="http://schemas.microsoft.com/office/drawing/2010/main">
                <a:noFill/>
              </a14:hiddenFill>
            </a:ext>
          </a:extLst>
        </p:spPr>
      </p:cxnSp>
      <p:cxnSp>
        <p:nvCxnSpPr>
          <p:cNvPr id="37" name="AutoShape 14">
            <a:extLst>
              <a:ext uri="{FF2B5EF4-FFF2-40B4-BE49-F238E27FC236}">
                <a16:creationId xmlns:a16="http://schemas.microsoft.com/office/drawing/2014/main" id="{9150D34F-8A2C-17D4-2394-E585639B4D82}"/>
              </a:ext>
            </a:extLst>
          </p:cNvPr>
          <p:cNvCxnSpPr>
            <a:cxnSpLocks noChangeShapeType="1"/>
            <a:endCxn id="19" idx="1"/>
          </p:cNvCxnSpPr>
          <p:nvPr/>
        </p:nvCxnSpPr>
        <p:spPr bwMode="auto">
          <a:xfrm>
            <a:off x="8448570" y="3214690"/>
            <a:ext cx="1048766" cy="142082"/>
          </a:xfrm>
          <a:prstGeom prst="straightConnector1">
            <a:avLst/>
          </a:prstGeom>
          <a:noFill/>
          <a:ln w="38100" algn="ctr">
            <a:solidFill>
              <a:srgbClr val="ED7D31"/>
            </a:solidFill>
            <a:miter lim="800000"/>
            <a:headEnd type="none"/>
            <a:tailEnd type="triangle" w="med" len="med"/>
          </a:ln>
          <a:extLst>
            <a:ext uri="{909E8E84-426E-40DD-AFC4-6F175D3DCCD1}">
              <a14:hiddenFill xmlns:a14="http://schemas.microsoft.com/office/drawing/2010/main">
                <a:noFill/>
              </a14:hiddenFill>
            </a:ext>
          </a:extLst>
        </p:spPr>
      </p:cxnSp>
      <p:sp>
        <p:nvSpPr>
          <p:cNvPr id="13" name="AutoShape 11">
            <a:extLst>
              <a:ext uri="{FF2B5EF4-FFF2-40B4-BE49-F238E27FC236}">
                <a16:creationId xmlns:a16="http://schemas.microsoft.com/office/drawing/2014/main" id="{74155E1E-C2D7-9A75-8A96-84C3C90E2505}"/>
              </a:ext>
            </a:extLst>
          </p:cNvPr>
          <p:cNvSpPr>
            <a:spLocks noChangeArrowheads="1"/>
          </p:cNvSpPr>
          <p:nvPr/>
        </p:nvSpPr>
        <p:spPr bwMode="auto">
          <a:xfrm>
            <a:off x="3893460" y="4745040"/>
            <a:ext cx="1185863" cy="481012"/>
          </a:xfrm>
          <a:prstGeom prst="flowChartProcess">
            <a:avLst/>
          </a:prstGeom>
          <a:solidFill>
            <a:srgbClr val="4472C4"/>
          </a:solidFill>
          <a:ln w="12700" algn="ctr">
            <a:solidFill>
              <a:srgbClr val="09101D"/>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Item Type </a:t>
            </a:r>
            <a:br>
              <a:rPr kumimoji="0" lang="en-US" altLang="en-US" sz="1000" b="0" i="0" u="none" strike="noStrike" cap="none" normalizeH="0" baseline="0" dirty="0">
                <a:ln>
                  <a:noFill/>
                </a:ln>
                <a:solidFill>
                  <a:srgbClr val="000000"/>
                </a:solidFill>
                <a:effectLst/>
                <a:latin typeface="Calibri" panose="020F0502020204030204" pitchFamily="34" charset="0"/>
              </a:rPr>
            </a:br>
            <a:r>
              <a:rPr kumimoji="0" lang="en-US" altLang="en-US" sz="1000" b="0" i="0" u="none" strike="noStrike" cap="none" normalizeH="0" baseline="0" dirty="0">
                <a:ln>
                  <a:noFill/>
                </a:ln>
                <a:solidFill>
                  <a:srgbClr val="000000"/>
                </a:solidFill>
                <a:effectLst/>
                <a:latin typeface="Calibri" panose="020F0502020204030204" pitchFamily="34" charset="0"/>
              </a:rPr>
              <a:t>Information Added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97219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3556B-E0C6-AA85-9D12-B7327F43D005}"/>
            </a:ext>
          </a:extLst>
        </p:cNvPr>
        <p:cNvGrpSpPr/>
        <p:nvPr/>
      </p:nvGrpSpPr>
      <p:grpSpPr>
        <a:xfrm>
          <a:off x="0" y="0"/>
          <a:ext cx="0" cy="0"/>
          <a:chOff x="0" y="0"/>
          <a:chExt cx="0" cy="0"/>
        </a:xfrm>
      </p:grpSpPr>
      <p:sp>
        <p:nvSpPr>
          <p:cNvPr id="5" name="AutoShape 3">
            <a:extLst>
              <a:ext uri="{FF2B5EF4-FFF2-40B4-BE49-F238E27FC236}">
                <a16:creationId xmlns:a16="http://schemas.microsoft.com/office/drawing/2014/main" id="{60D50FFD-B849-9727-B7E6-46CD1AC6D71D}"/>
              </a:ext>
            </a:extLst>
          </p:cNvPr>
          <p:cNvSpPr>
            <a:spLocks noChangeArrowheads="1"/>
          </p:cNvSpPr>
          <p:nvPr/>
        </p:nvSpPr>
        <p:spPr bwMode="auto">
          <a:xfrm>
            <a:off x="7993062" y="4834731"/>
            <a:ext cx="3405187" cy="1116013"/>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lowchart: Process 3">
            <a:extLst>
              <a:ext uri="{FF2B5EF4-FFF2-40B4-BE49-F238E27FC236}">
                <a16:creationId xmlns:a16="http://schemas.microsoft.com/office/drawing/2014/main" id="{7604F546-7ECB-4211-C3AF-C1113D62BDA8}"/>
              </a:ext>
            </a:extLst>
          </p:cNvPr>
          <p:cNvSpPr>
            <a:spLocks noChangeArrowheads="1"/>
          </p:cNvSpPr>
          <p:nvPr/>
        </p:nvSpPr>
        <p:spPr bwMode="auto">
          <a:xfrm>
            <a:off x="2023529" y="3179649"/>
            <a:ext cx="1184275" cy="288925"/>
          </a:xfrm>
          <a:prstGeom prst="flowChartProcess">
            <a:avLst/>
          </a:prstGeom>
          <a:solidFill>
            <a:srgbClr val="B4C6E7"/>
          </a:solidFill>
          <a:ln w="12700" algn="ctr">
            <a:solidFill>
              <a:srgbClr val="261C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Sign Design</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 name="Flowchart: Process 4">
            <a:extLst>
              <a:ext uri="{FF2B5EF4-FFF2-40B4-BE49-F238E27FC236}">
                <a16:creationId xmlns:a16="http://schemas.microsoft.com/office/drawing/2014/main" id="{ADDA25BE-AFA3-6B6C-4FC0-1CAA81ECBCAA}"/>
              </a:ext>
            </a:extLst>
          </p:cNvPr>
          <p:cNvSpPr>
            <a:spLocks noChangeArrowheads="1"/>
          </p:cNvSpPr>
          <p:nvPr/>
        </p:nvSpPr>
        <p:spPr bwMode="auto">
          <a:xfrm>
            <a:off x="2023528" y="3465300"/>
            <a:ext cx="1184275" cy="828675"/>
          </a:xfrm>
          <a:prstGeom prst="flowChartProcess">
            <a:avLst/>
          </a:prstGeom>
          <a:solidFill>
            <a:srgbClr val="B4C6E7"/>
          </a:solidFill>
          <a:ln w="12700" algn="ctr">
            <a:solidFill>
              <a:srgbClr val="261C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Item Type Information Added:  All Items from the Sign Specifications Sheet</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AutoShape 6">
            <a:extLst>
              <a:ext uri="{FF2B5EF4-FFF2-40B4-BE49-F238E27FC236}">
                <a16:creationId xmlns:a16="http://schemas.microsoft.com/office/drawing/2014/main" id="{ED6C6652-15EA-B190-5964-EC7A09129815}"/>
              </a:ext>
            </a:extLst>
          </p:cNvPr>
          <p:cNvSpPr>
            <a:spLocks noChangeArrowheads="1"/>
          </p:cNvSpPr>
          <p:nvPr/>
        </p:nvSpPr>
        <p:spPr bwMode="auto">
          <a:xfrm>
            <a:off x="2022736" y="4301702"/>
            <a:ext cx="1185863" cy="692150"/>
          </a:xfrm>
          <a:prstGeom prst="flowChartProcess">
            <a:avLst/>
          </a:prstGeom>
          <a:solidFill>
            <a:srgbClr val="B4C6E7"/>
          </a:solidFill>
          <a:ln w="12700" algn="ctr">
            <a:solidFill>
              <a:srgbClr val="261C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Sign Specification Sheets for Manufacturing generated from OpenRoads</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AutoShape 7">
            <a:extLst>
              <a:ext uri="{FF2B5EF4-FFF2-40B4-BE49-F238E27FC236}">
                <a16:creationId xmlns:a16="http://schemas.microsoft.com/office/drawing/2014/main" id="{A8610836-C986-03EC-61FD-DE778C6460E7}"/>
              </a:ext>
            </a:extLst>
          </p:cNvPr>
          <p:cNvSpPr>
            <a:spLocks noChangeArrowheads="1"/>
          </p:cNvSpPr>
          <p:nvPr/>
        </p:nvSpPr>
        <p:spPr bwMode="auto">
          <a:xfrm>
            <a:off x="4679949" y="648495"/>
            <a:ext cx="1489075" cy="723900"/>
          </a:xfrm>
          <a:prstGeom prst="flowChartProcess">
            <a:avLst/>
          </a:prstGeom>
          <a:solidFill>
            <a:srgbClr val="ED7D31"/>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Existing Signing </a:t>
            </a:r>
            <a:b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Inventory Added from LiDAR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Flowchart: Process 2">
            <a:extLst>
              <a:ext uri="{FF2B5EF4-FFF2-40B4-BE49-F238E27FC236}">
                <a16:creationId xmlns:a16="http://schemas.microsoft.com/office/drawing/2014/main" id="{C5926554-8711-2C14-6A57-E8D23B1DDB26}"/>
              </a:ext>
            </a:extLst>
          </p:cNvPr>
          <p:cNvSpPr>
            <a:spLocks noChangeArrowheads="1"/>
          </p:cNvSpPr>
          <p:nvPr/>
        </p:nvSpPr>
        <p:spPr bwMode="auto">
          <a:xfrm>
            <a:off x="2022736" y="2292583"/>
            <a:ext cx="1185863" cy="889000"/>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Existing Signing Uploaded into OpenRoads for sign design</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1" name="AutoShape 11">
            <a:extLst>
              <a:ext uri="{FF2B5EF4-FFF2-40B4-BE49-F238E27FC236}">
                <a16:creationId xmlns:a16="http://schemas.microsoft.com/office/drawing/2014/main" id="{5F218C40-EB9A-9C25-5C0D-93AC556BD8E7}"/>
              </a:ext>
            </a:extLst>
          </p:cNvPr>
          <p:cNvSpPr>
            <a:spLocks noChangeArrowheads="1"/>
          </p:cNvSpPr>
          <p:nvPr/>
        </p:nvSpPr>
        <p:spPr bwMode="auto">
          <a:xfrm>
            <a:off x="2022736" y="4979986"/>
            <a:ext cx="1185863" cy="481012"/>
          </a:xfrm>
          <a:prstGeom prst="flowChartProcess">
            <a:avLst/>
          </a:prstGeom>
          <a:solidFill>
            <a:srgbClr val="4472C4"/>
          </a:solidFill>
          <a:ln w="12700" algn="ctr">
            <a:solidFill>
              <a:srgbClr val="09101D"/>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Item Type </a:t>
            </a:r>
            <a:b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b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Information Added</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036" name="Straight Arrow Connector 8">
            <a:extLst>
              <a:ext uri="{FF2B5EF4-FFF2-40B4-BE49-F238E27FC236}">
                <a16:creationId xmlns:a16="http://schemas.microsoft.com/office/drawing/2014/main" id="{6BFF15E5-6F38-DBE6-294E-E8E9521E89F6}"/>
              </a:ext>
            </a:extLst>
          </p:cNvPr>
          <p:cNvCxnSpPr>
            <a:cxnSpLocks noChangeShapeType="1"/>
            <a:stCxn id="11" idx="3"/>
            <a:endCxn id="1027" idx="2"/>
          </p:cNvCxnSpPr>
          <p:nvPr/>
        </p:nvCxnSpPr>
        <p:spPr bwMode="auto">
          <a:xfrm flipV="1">
            <a:off x="3208599" y="3594764"/>
            <a:ext cx="1755787" cy="1625728"/>
          </a:xfrm>
          <a:prstGeom prst="straightConnector1">
            <a:avLst/>
          </a:prstGeom>
          <a:noFill/>
          <a:ln w="38100" algn="ctr">
            <a:solidFill>
              <a:srgbClr val="03C6FB"/>
            </a:solidFill>
            <a:prstDash val="sysDash"/>
            <a:miter lim="800000"/>
            <a:headEnd/>
            <a:tailEnd type="triangle" w="med" len="med"/>
          </a:ln>
          <a:extLst>
            <a:ext uri="{909E8E84-426E-40DD-AFC4-6F175D3DCCD1}">
              <a14:hiddenFill xmlns:a14="http://schemas.microsoft.com/office/drawing/2010/main">
                <a:noFill/>
              </a14:hiddenFill>
            </a:ext>
          </a:extLst>
        </p:spPr>
      </p:cxnSp>
      <p:sp>
        <p:nvSpPr>
          <p:cNvPr id="12" name="Flowchart: Process 2">
            <a:extLst>
              <a:ext uri="{FF2B5EF4-FFF2-40B4-BE49-F238E27FC236}">
                <a16:creationId xmlns:a16="http://schemas.microsoft.com/office/drawing/2014/main" id="{DABD30FF-87C7-B78E-4434-53780516D7F6}"/>
              </a:ext>
            </a:extLst>
          </p:cNvPr>
          <p:cNvSpPr>
            <a:spLocks noChangeArrowheads="1"/>
          </p:cNvSpPr>
          <p:nvPr/>
        </p:nvSpPr>
        <p:spPr bwMode="auto">
          <a:xfrm>
            <a:off x="8109082" y="4979986"/>
            <a:ext cx="1533525" cy="838200"/>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Signing Uploaded into Unifier for Construction Inspection</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 name="AutoShape 15">
            <a:extLst>
              <a:ext uri="{FF2B5EF4-FFF2-40B4-BE49-F238E27FC236}">
                <a16:creationId xmlns:a16="http://schemas.microsoft.com/office/drawing/2014/main" id="{2DB93180-66B0-86F2-D8CF-9E08188BCB8E}"/>
              </a:ext>
            </a:extLst>
          </p:cNvPr>
          <p:cNvSpPr>
            <a:spLocks noChangeArrowheads="1"/>
          </p:cNvSpPr>
          <p:nvPr/>
        </p:nvSpPr>
        <p:spPr bwMode="auto">
          <a:xfrm>
            <a:off x="9642475" y="4979986"/>
            <a:ext cx="1570038" cy="838200"/>
          </a:xfrm>
          <a:prstGeom prst="flowChartProcess">
            <a:avLst/>
          </a:prstGeom>
          <a:solidFill>
            <a:srgbClr val="4472C4"/>
          </a:solidFill>
          <a:ln w="12700" algn="ctr">
            <a:solidFill>
              <a:srgbClr val="09101D"/>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Construction:  As-Built Information Added Using Unifier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Flowchart: Process 2">
            <a:extLst>
              <a:ext uri="{FF2B5EF4-FFF2-40B4-BE49-F238E27FC236}">
                <a16:creationId xmlns:a16="http://schemas.microsoft.com/office/drawing/2014/main" id="{ED8EE158-335B-E3B5-8C7F-FB6FFBEDE3B6}"/>
              </a:ext>
            </a:extLst>
          </p:cNvPr>
          <p:cNvSpPr>
            <a:spLocks noChangeArrowheads="1"/>
          </p:cNvSpPr>
          <p:nvPr/>
        </p:nvSpPr>
        <p:spPr bwMode="auto">
          <a:xfrm>
            <a:off x="9378154" y="2674144"/>
            <a:ext cx="1187450" cy="836612"/>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Signing Uploaded into HATS for Maintenance </a:t>
            </a:r>
            <a:b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Inspection</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1042" name="AutoShape 18">
            <a:extLst>
              <a:ext uri="{FF2B5EF4-FFF2-40B4-BE49-F238E27FC236}">
                <a16:creationId xmlns:a16="http://schemas.microsoft.com/office/drawing/2014/main" id="{7073381F-12FF-F98C-85B0-8F08D826CEDF}"/>
              </a:ext>
            </a:extLst>
          </p:cNvPr>
          <p:cNvCxnSpPr>
            <a:cxnSpLocks noChangeShapeType="1"/>
          </p:cNvCxnSpPr>
          <p:nvPr/>
        </p:nvCxnSpPr>
        <p:spPr bwMode="auto">
          <a:xfrm flipV="1">
            <a:off x="8504237" y="3011489"/>
            <a:ext cx="806450" cy="58737"/>
          </a:xfrm>
          <a:prstGeom prst="straightConnector1">
            <a:avLst/>
          </a:prstGeom>
          <a:noFill/>
          <a:ln w="38100" algn="ctr">
            <a:solidFill>
              <a:srgbClr val="ED7D31"/>
            </a:solidFill>
            <a:miter lim="800000"/>
            <a:headEnd/>
            <a:tailEnd type="triangle" w="med" len="med"/>
          </a:ln>
          <a:extLst>
            <a:ext uri="{909E8E84-426E-40DD-AFC4-6F175D3DCCD1}">
              <a14:hiddenFill xmlns:a14="http://schemas.microsoft.com/office/drawing/2010/main">
                <a:noFill/>
              </a14:hiddenFill>
            </a:ext>
          </a:extLst>
        </p:spPr>
      </p:cxnSp>
      <p:sp>
        <p:nvSpPr>
          <p:cNvPr id="15" name="AutoShape 19">
            <a:extLst>
              <a:ext uri="{FF2B5EF4-FFF2-40B4-BE49-F238E27FC236}">
                <a16:creationId xmlns:a16="http://schemas.microsoft.com/office/drawing/2014/main" id="{3FE45487-0F8C-3900-37C1-F3F89BF61409}"/>
              </a:ext>
            </a:extLst>
          </p:cNvPr>
          <p:cNvSpPr>
            <a:spLocks noChangeArrowheads="1"/>
          </p:cNvSpPr>
          <p:nvPr/>
        </p:nvSpPr>
        <p:spPr bwMode="auto">
          <a:xfrm>
            <a:off x="9378154" y="1618456"/>
            <a:ext cx="1187450" cy="957263"/>
          </a:xfrm>
          <a:prstGeom prst="flowChartProcess">
            <a:avLst/>
          </a:prstGeom>
          <a:solidFill>
            <a:srgbClr val="4472C4"/>
          </a:solidFill>
          <a:ln w="12700" algn="ctr">
            <a:solidFill>
              <a:srgbClr val="09101D"/>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Maintenance:</a:t>
            </a:r>
          </a:p>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Modifies sign attributes in HATS</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1044" name="Straight Arrow Connector 8">
            <a:extLst>
              <a:ext uri="{FF2B5EF4-FFF2-40B4-BE49-F238E27FC236}">
                <a16:creationId xmlns:a16="http://schemas.microsoft.com/office/drawing/2014/main" id="{B9E2B442-C32E-F905-C8C6-8D33EE4B19AA}"/>
              </a:ext>
            </a:extLst>
          </p:cNvPr>
          <p:cNvCxnSpPr>
            <a:cxnSpLocks noChangeShapeType="1"/>
          </p:cNvCxnSpPr>
          <p:nvPr/>
        </p:nvCxnSpPr>
        <p:spPr bwMode="auto">
          <a:xfrm flipH="1">
            <a:off x="8428830" y="2023269"/>
            <a:ext cx="957263" cy="501650"/>
          </a:xfrm>
          <a:prstGeom prst="straightConnector1">
            <a:avLst/>
          </a:prstGeom>
          <a:noFill/>
          <a:ln w="38100" algn="ctr">
            <a:solidFill>
              <a:srgbClr val="ED7D31"/>
            </a:solidFill>
            <a:miter lim="800000"/>
            <a:headEnd/>
            <a:tailEnd type="triangle" w="med" len="med"/>
          </a:ln>
          <a:extLst>
            <a:ext uri="{909E8E84-426E-40DD-AFC4-6F175D3DCCD1}">
              <a14:hiddenFill xmlns:a14="http://schemas.microsoft.com/office/drawing/2010/main">
                <a:noFill/>
              </a14:hiddenFill>
            </a:ext>
          </a:extLst>
        </p:spPr>
      </p:cxnSp>
      <p:sp>
        <p:nvSpPr>
          <p:cNvPr id="16" name="AutoShape 21">
            <a:extLst>
              <a:ext uri="{FF2B5EF4-FFF2-40B4-BE49-F238E27FC236}">
                <a16:creationId xmlns:a16="http://schemas.microsoft.com/office/drawing/2014/main" id="{63A9F73C-74C1-1703-F6F5-23CD53DD5729}"/>
              </a:ext>
            </a:extLst>
          </p:cNvPr>
          <p:cNvSpPr>
            <a:spLocks noChangeArrowheads="1"/>
          </p:cNvSpPr>
          <p:nvPr/>
        </p:nvSpPr>
        <p:spPr bwMode="auto">
          <a:xfrm>
            <a:off x="7169145" y="880270"/>
            <a:ext cx="1427163" cy="984250"/>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lowchart: Process 1">
            <a:extLst>
              <a:ext uri="{FF2B5EF4-FFF2-40B4-BE49-F238E27FC236}">
                <a16:creationId xmlns:a16="http://schemas.microsoft.com/office/drawing/2014/main" id="{4D56A177-7752-4B6F-4DE0-614067B00BC9}"/>
              </a:ext>
            </a:extLst>
          </p:cNvPr>
          <p:cNvSpPr>
            <a:spLocks noChangeArrowheads="1"/>
          </p:cNvSpPr>
          <p:nvPr/>
        </p:nvSpPr>
        <p:spPr bwMode="auto">
          <a:xfrm>
            <a:off x="7359652" y="1071563"/>
            <a:ext cx="1128713" cy="609600"/>
          </a:xfrm>
          <a:prstGeom prst="flowChartProcess">
            <a:avLst/>
          </a:prstGeom>
          <a:solidFill>
            <a:srgbClr val="70AD47"/>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TSMS Viewer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Text Box 1">
            <a:extLst>
              <a:ext uri="{FF2B5EF4-FFF2-40B4-BE49-F238E27FC236}">
                <a16:creationId xmlns:a16="http://schemas.microsoft.com/office/drawing/2014/main" id="{C5423CF3-690B-087A-587D-218AE1F20A85}"/>
              </a:ext>
            </a:extLst>
          </p:cNvPr>
          <p:cNvSpPr txBox="1">
            <a:spLocks noChangeArrowheads="1"/>
          </p:cNvSpPr>
          <p:nvPr/>
        </p:nvSpPr>
        <p:spPr bwMode="auto">
          <a:xfrm>
            <a:off x="2443955" y="5929313"/>
            <a:ext cx="2816225"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Orange 	= Items the study will work on</a:t>
            </a:r>
          </a:p>
          <a:p>
            <a:pPr marL="0" marR="0" lvl="0" indent="0" algn="l" defTabSz="914400" rtl="0" eaLnBrk="0" fontAlgn="base" latinLnBrk="0" hangingPunct="0">
              <a:lnSpc>
                <a:spcPct val="100000"/>
              </a:lnSpc>
              <a:spcBef>
                <a:spcPct val="0"/>
              </a:spcBef>
              <a:spcAft>
                <a:spcPts val="80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Blue 	= Processes that put data in</a:t>
            </a:r>
            <a:b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b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Green 	= Programs that take out data</a:t>
            </a:r>
            <a:b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b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 name="Oval 24">
            <a:extLst>
              <a:ext uri="{FF2B5EF4-FFF2-40B4-BE49-F238E27FC236}">
                <a16:creationId xmlns:a16="http://schemas.microsoft.com/office/drawing/2014/main" id="{E890915F-45E1-8BEB-616F-61106B7B4239}"/>
              </a:ext>
            </a:extLst>
          </p:cNvPr>
          <p:cNvSpPr>
            <a:spLocks noChangeArrowheads="1"/>
          </p:cNvSpPr>
          <p:nvPr/>
        </p:nvSpPr>
        <p:spPr bwMode="auto">
          <a:xfrm>
            <a:off x="6721473" y="2155826"/>
            <a:ext cx="1828800" cy="1828800"/>
          </a:xfrm>
          <a:prstGeom prst="ellipse">
            <a:avLst/>
          </a:prstGeom>
          <a:solidFill>
            <a:srgbClr val="ED7D31"/>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Central Database</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0" name="AutoShape 25">
            <a:extLst>
              <a:ext uri="{FF2B5EF4-FFF2-40B4-BE49-F238E27FC236}">
                <a16:creationId xmlns:a16="http://schemas.microsoft.com/office/drawing/2014/main" id="{BFD2B844-4768-4421-EBDB-6793AFEDF461}"/>
              </a:ext>
            </a:extLst>
          </p:cNvPr>
          <p:cNvSpPr>
            <a:spLocks noChangeArrowheads="1"/>
          </p:cNvSpPr>
          <p:nvPr/>
        </p:nvSpPr>
        <p:spPr bwMode="auto">
          <a:xfrm>
            <a:off x="1765004" y="2097087"/>
            <a:ext cx="1663700" cy="3573462"/>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WordArt 26">
            <a:extLst>
              <a:ext uri="{FF2B5EF4-FFF2-40B4-BE49-F238E27FC236}">
                <a16:creationId xmlns:a16="http://schemas.microsoft.com/office/drawing/2014/main" id="{485FA7B8-9188-9221-EBF3-69FEDA59BD97}"/>
              </a:ext>
            </a:extLst>
          </p:cNvPr>
          <p:cNvSpPr>
            <a:spLocks noChangeArrowheads="1" noChangeShapeType="1" noTextEdit="1"/>
          </p:cNvSpPr>
          <p:nvPr/>
        </p:nvSpPr>
        <p:spPr bwMode="auto">
          <a:xfrm rot="-5400000">
            <a:off x="451643" y="3625056"/>
            <a:ext cx="1962150" cy="457200"/>
          </a:xfrm>
          <a:prstGeom prst="rect">
            <a:avLst/>
          </a:prstGeom>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0" cap="none" spc="0" normalizeH="0" baseline="0" noProof="0">
                <a:ln w="15875">
                  <a:solidFill>
                    <a:srgbClr val="1F497D"/>
                  </a:solidFill>
                  <a:round/>
                  <a:headEnd/>
                  <a:tailEnd/>
                </a:ln>
                <a:solidFill>
                  <a:srgbClr val="EEECE1"/>
                </a:solidFill>
                <a:effectLst>
                  <a:outerShdw dist="29783" dir="1514402" algn="ctr" rotWithShape="0">
                    <a:srgbClr val="D8D8D8">
                      <a:alpha val="74998"/>
                    </a:srgbClr>
                  </a:outerShdw>
                </a:effectLst>
                <a:uLnTx/>
                <a:uFillTx/>
                <a:latin typeface="Arial Black" panose="020B0A04020102020204" pitchFamily="34" charset="0"/>
                <a:ea typeface="+mn-ea"/>
                <a:cs typeface="+mn-cs"/>
              </a:rPr>
              <a:t>DESIGN</a:t>
            </a:r>
          </a:p>
        </p:txBody>
      </p:sp>
      <p:sp>
        <p:nvSpPr>
          <p:cNvPr id="22" name="WordArt 27">
            <a:extLst>
              <a:ext uri="{FF2B5EF4-FFF2-40B4-BE49-F238E27FC236}">
                <a16:creationId xmlns:a16="http://schemas.microsoft.com/office/drawing/2014/main" id="{BC4B0D2B-528F-0700-DF9C-C176C7E79964}"/>
              </a:ext>
            </a:extLst>
          </p:cNvPr>
          <p:cNvSpPr>
            <a:spLocks noChangeArrowheads="1" noChangeShapeType="1" noTextEdit="1"/>
          </p:cNvSpPr>
          <p:nvPr/>
        </p:nvSpPr>
        <p:spPr bwMode="auto">
          <a:xfrm rot="-21600000">
            <a:off x="8279607" y="6109494"/>
            <a:ext cx="2936875" cy="457200"/>
          </a:xfrm>
          <a:prstGeom prst="rect">
            <a:avLst/>
          </a:prstGeom>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0" cap="none" spc="0" normalizeH="0" baseline="0" noProof="0">
                <a:ln w="15875" algn="ctr">
                  <a:solidFill>
                    <a:srgbClr val="1F497D"/>
                  </a:solidFill>
                  <a:round/>
                  <a:headEnd/>
                  <a:tailEnd/>
                </a:ln>
                <a:solidFill>
                  <a:srgbClr val="EEECE1"/>
                </a:solidFill>
                <a:effectLst>
                  <a:outerShdw dist="29783" dir="1514402" algn="ctr" rotWithShape="0">
                    <a:srgbClr val="D8D8D8">
                      <a:alpha val="74998"/>
                    </a:srgbClr>
                  </a:outerShdw>
                </a:effectLst>
                <a:uLnTx/>
                <a:uFillTx/>
                <a:latin typeface="Arial Black" panose="020B0A04020102020204" pitchFamily="34" charset="0"/>
                <a:ea typeface="+mn-ea"/>
                <a:cs typeface="+mn-cs"/>
              </a:rPr>
              <a:t>CONSTRUCTION</a:t>
            </a:r>
          </a:p>
        </p:txBody>
      </p:sp>
      <p:sp>
        <p:nvSpPr>
          <p:cNvPr id="23" name="AutoShape 28">
            <a:extLst>
              <a:ext uri="{FF2B5EF4-FFF2-40B4-BE49-F238E27FC236}">
                <a16:creationId xmlns:a16="http://schemas.microsoft.com/office/drawing/2014/main" id="{3CDC5740-B93F-CF63-75A4-550789A2C033}"/>
              </a:ext>
            </a:extLst>
          </p:cNvPr>
          <p:cNvSpPr>
            <a:spLocks noChangeArrowheads="1"/>
          </p:cNvSpPr>
          <p:nvPr/>
        </p:nvSpPr>
        <p:spPr bwMode="auto">
          <a:xfrm>
            <a:off x="9192417" y="1349376"/>
            <a:ext cx="1558925" cy="2366962"/>
          </a:xfrm>
          <a:prstGeom prst="roundRect">
            <a:avLst>
              <a:gd name="adj" fmla="val 16667"/>
            </a:avLst>
          </a:prstGeom>
          <a:noFill/>
          <a:ln w="25400" algn="ctr">
            <a:solidFill>
              <a:srgbClr val="000000"/>
            </a:solidFill>
            <a:prstDash val="dash"/>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WordArt 29">
            <a:extLst>
              <a:ext uri="{FF2B5EF4-FFF2-40B4-BE49-F238E27FC236}">
                <a16:creationId xmlns:a16="http://schemas.microsoft.com/office/drawing/2014/main" id="{F2515199-A76F-14D4-7C4C-2C9E2FF2B6EE}"/>
              </a:ext>
            </a:extLst>
          </p:cNvPr>
          <p:cNvSpPr>
            <a:spLocks noChangeArrowheads="1" noChangeShapeType="1" noTextEdit="1"/>
          </p:cNvSpPr>
          <p:nvPr/>
        </p:nvSpPr>
        <p:spPr bwMode="auto">
          <a:xfrm rot="-5400000">
            <a:off x="9486899" y="2171700"/>
            <a:ext cx="3306762" cy="457200"/>
          </a:xfrm>
          <a:prstGeom prst="rect">
            <a:avLst/>
          </a:prstGeom>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0" cap="none" spc="0" normalizeH="0" baseline="0" noProof="0">
                <a:ln w="15875" algn="ctr">
                  <a:solidFill>
                    <a:srgbClr val="1F497D"/>
                  </a:solidFill>
                  <a:round/>
                  <a:headEnd/>
                  <a:tailEnd/>
                </a:ln>
                <a:solidFill>
                  <a:srgbClr val="EEECE1"/>
                </a:solidFill>
                <a:effectLst>
                  <a:outerShdw dist="29783" dir="1514402" algn="ctr" rotWithShape="0">
                    <a:srgbClr val="D8D8D8">
                      <a:alpha val="74998"/>
                    </a:srgbClr>
                  </a:outerShdw>
                </a:effectLst>
                <a:uLnTx/>
                <a:uFillTx/>
                <a:latin typeface="Arial Black" panose="020B0A04020102020204" pitchFamily="34" charset="0"/>
                <a:ea typeface="+mn-ea"/>
                <a:cs typeface="+mn-cs"/>
              </a:rPr>
              <a:t>MAINTENANCE</a:t>
            </a:r>
          </a:p>
        </p:txBody>
      </p:sp>
      <p:cxnSp>
        <p:nvCxnSpPr>
          <p:cNvPr id="1054" name="Straight Arrow Connector 8">
            <a:extLst>
              <a:ext uri="{FF2B5EF4-FFF2-40B4-BE49-F238E27FC236}">
                <a16:creationId xmlns:a16="http://schemas.microsoft.com/office/drawing/2014/main" id="{DC99640B-3BBC-5C72-4F81-AEE433252421}"/>
              </a:ext>
            </a:extLst>
          </p:cNvPr>
          <p:cNvCxnSpPr>
            <a:cxnSpLocks noChangeShapeType="1"/>
            <a:endCxn id="17" idx="2"/>
          </p:cNvCxnSpPr>
          <p:nvPr/>
        </p:nvCxnSpPr>
        <p:spPr bwMode="auto">
          <a:xfrm flipV="1">
            <a:off x="7849719" y="1681163"/>
            <a:ext cx="74290" cy="474663"/>
          </a:xfrm>
          <a:prstGeom prst="straightConnector1">
            <a:avLst/>
          </a:prstGeom>
          <a:noFill/>
          <a:ln w="38100" algn="ctr">
            <a:solidFill>
              <a:srgbClr val="70AD47"/>
            </a:solidFill>
            <a:miter lim="800000"/>
            <a:headEnd type="triangle"/>
            <a:tailEnd type="triangle" w="med" len="med"/>
          </a:ln>
          <a:extLst>
            <a:ext uri="{909E8E84-426E-40DD-AFC4-6F175D3DCCD1}">
              <a14:hiddenFill xmlns:a14="http://schemas.microsoft.com/office/drawing/2010/main">
                <a:noFill/>
              </a14:hiddenFill>
            </a:ext>
          </a:extLst>
        </p:spPr>
      </p:cxnSp>
      <p:sp>
        <p:nvSpPr>
          <p:cNvPr id="25" name="WordArt 31">
            <a:extLst>
              <a:ext uri="{FF2B5EF4-FFF2-40B4-BE49-F238E27FC236}">
                <a16:creationId xmlns:a16="http://schemas.microsoft.com/office/drawing/2014/main" id="{6E625918-B580-F385-CCB5-9296A33DC2F8}"/>
              </a:ext>
            </a:extLst>
          </p:cNvPr>
          <p:cNvSpPr>
            <a:spLocks noChangeArrowheads="1" noChangeShapeType="1" noTextEdit="1"/>
          </p:cNvSpPr>
          <p:nvPr/>
        </p:nvSpPr>
        <p:spPr bwMode="auto">
          <a:xfrm rot="-21600000">
            <a:off x="6930232" y="357930"/>
            <a:ext cx="2078038" cy="457200"/>
          </a:xfrm>
          <a:prstGeom prst="rect">
            <a:avLst/>
          </a:prstGeom>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0" cap="none" spc="0" normalizeH="0" baseline="0" noProof="0">
                <a:ln w="15875" algn="ctr">
                  <a:solidFill>
                    <a:srgbClr val="1F497D"/>
                  </a:solidFill>
                  <a:round/>
                  <a:headEnd/>
                  <a:tailEnd/>
                </a:ln>
                <a:solidFill>
                  <a:srgbClr val="EEECE1"/>
                </a:solidFill>
                <a:effectLst>
                  <a:outerShdw dist="29783" dir="1514402" algn="ctr" rotWithShape="0">
                    <a:srgbClr val="D8D8D8">
                      <a:alpha val="74998"/>
                    </a:srgbClr>
                  </a:outerShdw>
                </a:effectLst>
                <a:uLnTx/>
                <a:uFillTx/>
                <a:latin typeface="Arial Black" panose="020B0A04020102020204" pitchFamily="34" charset="0"/>
                <a:ea typeface="+mn-ea"/>
                <a:cs typeface="+mn-cs"/>
              </a:rPr>
              <a:t>TRAFFIC</a:t>
            </a:r>
          </a:p>
        </p:txBody>
      </p:sp>
      <p:pic>
        <p:nvPicPr>
          <p:cNvPr id="1027" name="Picture 1026">
            <a:extLst>
              <a:ext uri="{FF2B5EF4-FFF2-40B4-BE49-F238E27FC236}">
                <a16:creationId xmlns:a16="http://schemas.microsoft.com/office/drawing/2014/main" id="{B0E7ECB4-8D71-7EED-627E-90D0691DCD32}"/>
              </a:ext>
            </a:extLst>
          </p:cNvPr>
          <p:cNvPicPr>
            <a:picLocks noChangeAspect="1"/>
          </p:cNvPicPr>
          <p:nvPr/>
        </p:nvPicPr>
        <p:blipFill rotWithShape="1">
          <a:blip r:embed="rId3"/>
          <a:srcRect l="22399" t="10574" r="21390" b="10741"/>
          <a:stretch>
            <a:fillRect/>
          </a:stretch>
        </p:blipFill>
        <p:spPr>
          <a:xfrm>
            <a:off x="4604745" y="2898518"/>
            <a:ext cx="719282" cy="696246"/>
          </a:xfrm>
          <a:prstGeom prst="rect">
            <a:avLst/>
          </a:prstGeom>
          <a:ln>
            <a:solidFill>
              <a:srgbClr val="011F5F"/>
            </a:solidFill>
          </a:ln>
        </p:spPr>
      </p:pic>
      <p:sp>
        <p:nvSpPr>
          <p:cNvPr id="1060" name="Flowchart: Process 1">
            <a:extLst>
              <a:ext uri="{FF2B5EF4-FFF2-40B4-BE49-F238E27FC236}">
                <a16:creationId xmlns:a16="http://schemas.microsoft.com/office/drawing/2014/main" id="{2B9A50F5-AF29-01FE-2F2B-596C6985455B}"/>
              </a:ext>
            </a:extLst>
          </p:cNvPr>
          <p:cNvSpPr>
            <a:spLocks noChangeArrowheads="1"/>
          </p:cNvSpPr>
          <p:nvPr/>
        </p:nvSpPr>
        <p:spPr bwMode="auto">
          <a:xfrm>
            <a:off x="4296864" y="5055392"/>
            <a:ext cx="1271174" cy="815688"/>
          </a:xfrm>
          <a:prstGeom prst="flowChartProcess">
            <a:avLst/>
          </a:prstGeom>
          <a:solidFill>
            <a:srgbClr val="03C6FB"/>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IFC from other sources</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062" name="AutoShape 10">
            <a:extLst>
              <a:ext uri="{FF2B5EF4-FFF2-40B4-BE49-F238E27FC236}">
                <a16:creationId xmlns:a16="http://schemas.microsoft.com/office/drawing/2014/main" id="{6D3A02C0-ABAB-4834-BB7C-3E1D7B45FB93}"/>
              </a:ext>
            </a:extLst>
          </p:cNvPr>
          <p:cNvCxnSpPr>
            <a:cxnSpLocks noChangeShapeType="1"/>
            <a:stCxn id="1060" idx="0"/>
            <a:endCxn id="1027" idx="2"/>
          </p:cNvCxnSpPr>
          <p:nvPr/>
        </p:nvCxnSpPr>
        <p:spPr bwMode="auto">
          <a:xfrm flipV="1">
            <a:off x="4932451" y="3594764"/>
            <a:ext cx="31935" cy="1460628"/>
          </a:xfrm>
          <a:prstGeom prst="straightConnector1">
            <a:avLst/>
          </a:prstGeom>
          <a:noFill/>
          <a:ln w="38100" algn="ctr">
            <a:solidFill>
              <a:srgbClr val="03C6FB"/>
            </a:solidFill>
            <a:prstDash val="sysDash"/>
            <a:miter lim="800000"/>
            <a:headEnd/>
            <a:tailEnd type="triangle" w="med" len="med"/>
          </a:ln>
          <a:extLst>
            <a:ext uri="{909E8E84-426E-40DD-AFC4-6F175D3DCCD1}">
              <a14:hiddenFill xmlns:a14="http://schemas.microsoft.com/office/drawing/2010/main">
                <a:noFill/>
              </a14:hiddenFill>
            </a:ext>
          </a:extLst>
        </p:spPr>
      </p:cxnSp>
      <p:sp>
        <p:nvSpPr>
          <p:cNvPr id="1070" name="Flowchart: Process 1">
            <a:extLst>
              <a:ext uri="{FF2B5EF4-FFF2-40B4-BE49-F238E27FC236}">
                <a16:creationId xmlns:a16="http://schemas.microsoft.com/office/drawing/2014/main" id="{EE636DC0-07E5-2171-4492-30BEE3002054}"/>
              </a:ext>
            </a:extLst>
          </p:cNvPr>
          <p:cNvSpPr>
            <a:spLocks noChangeArrowheads="1"/>
          </p:cNvSpPr>
          <p:nvPr/>
        </p:nvSpPr>
        <p:spPr bwMode="auto">
          <a:xfrm>
            <a:off x="5700170" y="5051282"/>
            <a:ext cx="1401260" cy="819798"/>
          </a:xfrm>
          <a:prstGeom prst="flowChartProcess">
            <a:avLst/>
          </a:prstGeom>
          <a:solidFill>
            <a:srgbClr val="03C6FB"/>
          </a:solidFill>
          <a:ln w="12700" algn="ctr">
            <a:solidFill>
              <a:srgbClr val="10190A"/>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IFC to other applications </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072" name="Straight Arrow Connector 8">
            <a:extLst>
              <a:ext uri="{FF2B5EF4-FFF2-40B4-BE49-F238E27FC236}">
                <a16:creationId xmlns:a16="http://schemas.microsoft.com/office/drawing/2014/main" id="{85298537-6EA2-E9AE-F723-3B7F7C50C444}"/>
              </a:ext>
            </a:extLst>
          </p:cNvPr>
          <p:cNvCxnSpPr>
            <a:cxnSpLocks noChangeShapeType="1"/>
            <a:stCxn id="1027" idx="2"/>
            <a:endCxn id="1070" idx="0"/>
          </p:cNvCxnSpPr>
          <p:nvPr/>
        </p:nvCxnSpPr>
        <p:spPr bwMode="auto">
          <a:xfrm>
            <a:off x="4964386" y="3594764"/>
            <a:ext cx="1436414" cy="1456518"/>
          </a:xfrm>
          <a:prstGeom prst="straightConnector1">
            <a:avLst/>
          </a:prstGeom>
          <a:noFill/>
          <a:ln w="38100" algn="ctr">
            <a:solidFill>
              <a:srgbClr val="03C6FB"/>
            </a:solidFill>
            <a:prstDash val="sysDash"/>
            <a:miter lim="800000"/>
            <a:headEnd/>
            <a:tailEnd type="triangle" w="med" len="med"/>
          </a:ln>
          <a:extLst>
            <a:ext uri="{909E8E84-426E-40DD-AFC4-6F175D3DCCD1}">
              <a14:hiddenFill xmlns:a14="http://schemas.microsoft.com/office/drawing/2010/main">
                <a:noFill/>
              </a14:hiddenFill>
            </a:ext>
          </a:extLst>
        </p:spPr>
      </p:cxnSp>
      <p:cxnSp>
        <p:nvCxnSpPr>
          <p:cNvPr id="4" name="Connector: Curved 3">
            <a:extLst>
              <a:ext uri="{FF2B5EF4-FFF2-40B4-BE49-F238E27FC236}">
                <a16:creationId xmlns:a16="http://schemas.microsoft.com/office/drawing/2014/main" id="{F345137E-A59A-7AA7-5581-4436D4E18DC9}"/>
              </a:ext>
            </a:extLst>
          </p:cNvPr>
          <p:cNvCxnSpPr>
            <a:cxnSpLocks/>
            <a:stCxn id="9" idx="2"/>
            <a:endCxn id="1027" idx="0"/>
          </p:cNvCxnSpPr>
          <p:nvPr/>
        </p:nvCxnSpPr>
        <p:spPr>
          <a:xfrm rot="5400000">
            <a:off x="4431376" y="1905406"/>
            <a:ext cx="1526123" cy="460101"/>
          </a:xfrm>
          <a:prstGeom prst="curvedConnector3">
            <a:avLst>
              <a:gd name="adj1" fmla="val 36946"/>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8">
            <a:extLst>
              <a:ext uri="{FF2B5EF4-FFF2-40B4-BE49-F238E27FC236}">
                <a16:creationId xmlns:a16="http://schemas.microsoft.com/office/drawing/2014/main" id="{B192479D-4DFB-9327-CA07-D4926807D5AE}"/>
              </a:ext>
            </a:extLst>
          </p:cNvPr>
          <p:cNvCxnSpPr>
            <a:cxnSpLocks noChangeShapeType="1"/>
            <a:endCxn id="10" idx="3"/>
          </p:cNvCxnSpPr>
          <p:nvPr/>
        </p:nvCxnSpPr>
        <p:spPr bwMode="auto">
          <a:xfrm flipH="1" flipV="1">
            <a:off x="3208599" y="2737083"/>
            <a:ext cx="1379340" cy="452227"/>
          </a:xfrm>
          <a:prstGeom prst="straightConnector1">
            <a:avLst/>
          </a:prstGeom>
          <a:noFill/>
          <a:ln w="38100" algn="ctr">
            <a:solidFill>
              <a:srgbClr val="03C6FB"/>
            </a:solidFill>
            <a:prstDash val="sysDash"/>
            <a:miter lim="800000"/>
            <a:headEnd/>
            <a:tailEnd type="triangle" w="med" len="med"/>
          </a:ln>
          <a:extLst>
            <a:ext uri="{909E8E84-426E-40DD-AFC4-6F175D3DCCD1}">
              <a14:hiddenFill xmlns:a14="http://schemas.microsoft.com/office/drawing/2010/main">
                <a:noFill/>
              </a14:hiddenFill>
            </a:ext>
          </a:extLst>
        </p:spPr>
      </p:cxnSp>
      <p:pic>
        <p:nvPicPr>
          <p:cNvPr id="46" name="Picture 45">
            <a:extLst>
              <a:ext uri="{FF2B5EF4-FFF2-40B4-BE49-F238E27FC236}">
                <a16:creationId xmlns:a16="http://schemas.microsoft.com/office/drawing/2014/main" id="{87222C22-88A3-7174-2E87-031C6B39615A}"/>
              </a:ext>
            </a:extLst>
          </p:cNvPr>
          <p:cNvPicPr>
            <a:picLocks noChangeAspect="1"/>
          </p:cNvPicPr>
          <p:nvPr/>
        </p:nvPicPr>
        <p:blipFill>
          <a:blip r:embed="rId4"/>
          <a:stretch>
            <a:fillRect/>
          </a:stretch>
        </p:blipFill>
        <p:spPr>
          <a:xfrm rot="10800000" flipH="1" flipV="1">
            <a:off x="3681628" y="2773980"/>
            <a:ext cx="615235" cy="615235"/>
          </a:xfrm>
          <a:prstGeom prst="rect">
            <a:avLst/>
          </a:prstGeom>
        </p:spPr>
      </p:pic>
      <p:cxnSp>
        <p:nvCxnSpPr>
          <p:cNvPr id="62" name="Straight Arrow Connector 8">
            <a:extLst>
              <a:ext uri="{FF2B5EF4-FFF2-40B4-BE49-F238E27FC236}">
                <a16:creationId xmlns:a16="http://schemas.microsoft.com/office/drawing/2014/main" id="{5B598B11-5758-4686-5174-1605D7032386}"/>
              </a:ext>
            </a:extLst>
          </p:cNvPr>
          <p:cNvCxnSpPr>
            <a:cxnSpLocks noChangeShapeType="1"/>
            <a:stCxn id="1027" idx="3"/>
            <a:endCxn id="19" idx="2"/>
          </p:cNvCxnSpPr>
          <p:nvPr/>
        </p:nvCxnSpPr>
        <p:spPr bwMode="auto">
          <a:xfrm flipV="1">
            <a:off x="5324027" y="3070226"/>
            <a:ext cx="1397446" cy="176415"/>
          </a:xfrm>
          <a:prstGeom prst="straightConnector1">
            <a:avLst/>
          </a:prstGeom>
          <a:noFill/>
          <a:ln w="38100" algn="ctr">
            <a:solidFill>
              <a:srgbClr val="03C6FB"/>
            </a:solidFill>
            <a:prstDash val="solid"/>
            <a:miter lim="800000"/>
            <a:headEnd/>
            <a:tailEnd type="triangle" w="med" len="med"/>
          </a:ln>
          <a:extLst>
            <a:ext uri="{909E8E84-426E-40DD-AFC4-6F175D3DCCD1}">
              <a14:hiddenFill xmlns:a14="http://schemas.microsoft.com/office/drawing/2010/main">
                <a:noFill/>
              </a14:hiddenFill>
            </a:ext>
          </a:extLst>
        </p:spPr>
      </p:cxnSp>
      <p:cxnSp>
        <p:nvCxnSpPr>
          <p:cNvPr id="1035" name="Straight Arrow Connector 8">
            <a:extLst>
              <a:ext uri="{FF2B5EF4-FFF2-40B4-BE49-F238E27FC236}">
                <a16:creationId xmlns:a16="http://schemas.microsoft.com/office/drawing/2014/main" id="{D9966441-62AE-62B5-F707-F4997B679499}"/>
              </a:ext>
            </a:extLst>
          </p:cNvPr>
          <p:cNvCxnSpPr>
            <a:cxnSpLocks noChangeShapeType="1"/>
          </p:cNvCxnSpPr>
          <p:nvPr/>
        </p:nvCxnSpPr>
        <p:spPr bwMode="auto">
          <a:xfrm flipH="1">
            <a:off x="5309905" y="2825926"/>
            <a:ext cx="1457609" cy="193635"/>
          </a:xfrm>
          <a:prstGeom prst="straightConnector1">
            <a:avLst/>
          </a:prstGeom>
          <a:noFill/>
          <a:ln w="38100" algn="ctr">
            <a:solidFill>
              <a:srgbClr val="03C6FB"/>
            </a:solidFill>
            <a:prstDash val="solid"/>
            <a:miter lim="800000"/>
            <a:headEnd/>
            <a:tailEnd type="triangle" w="med" len="med"/>
          </a:ln>
          <a:extLst>
            <a:ext uri="{909E8E84-426E-40DD-AFC4-6F175D3DCCD1}">
              <a14:hiddenFill xmlns:a14="http://schemas.microsoft.com/office/drawing/2010/main">
                <a:noFill/>
              </a14:hiddenFill>
            </a:ext>
          </a:extLst>
        </p:spPr>
      </p:cxnSp>
      <p:cxnSp>
        <p:nvCxnSpPr>
          <p:cNvPr id="27" name="Straight Arrow Connector 26">
            <a:extLst>
              <a:ext uri="{FF2B5EF4-FFF2-40B4-BE49-F238E27FC236}">
                <a16:creationId xmlns:a16="http://schemas.microsoft.com/office/drawing/2014/main" id="{CEC2C09A-7804-8E9E-EBD0-FC1CEEC6855A}"/>
              </a:ext>
            </a:extLst>
          </p:cNvPr>
          <p:cNvCxnSpPr>
            <a:cxnSpLocks noChangeShapeType="1"/>
            <a:stCxn id="1027" idx="2"/>
            <a:endCxn id="12" idx="1"/>
          </p:cNvCxnSpPr>
          <p:nvPr/>
        </p:nvCxnSpPr>
        <p:spPr bwMode="auto">
          <a:xfrm>
            <a:off x="4964386" y="3594764"/>
            <a:ext cx="3144696" cy="1804322"/>
          </a:xfrm>
          <a:prstGeom prst="straightConnector1">
            <a:avLst/>
          </a:prstGeom>
          <a:noFill/>
          <a:ln w="38100" algn="ctr">
            <a:solidFill>
              <a:srgbClr val="03C6FB"/>
            </a:solidFill>
            <a:prstDash val="sysDash"/>
            <a:miter lim="800000"/>
            <a:headEnd/>
            <a:tailEnd type="triangle" w="med" len="med"/>
          </a:ln>
          <a:extLst>
            <a:ext uri="{909E8E84-426E-40DD-AFC4-6F175D3DCCD1}">
              <a14:hiddenFill xmlns:a14="http://schemas.microsoft.com/office/drawing/2010/main">
                <a:noFill/>
              </a14:hiddenFill>
            </a:ext>
          </a:extLst>
        </p:spPr>
      </p:cxnSp>
      <p:cxnSp>
        <p:nvCxnSpPr>
          <p:cNvPr id="32" name="AutoShape 10">
            <a:extLst>
              <a:ext uri="{FF2B5EF4-FFF2-40B4-BE49-F238E27FC236}">
                <a16:creationId xmlns:a16="http://schemas.microsoft.com/office/drawing/2014/main" id="{53D2778B-96E1-4264-F195-83E5726E1E93}"/>
              </a:ext>
            </a:extLst>
          </p:cNvPr>
          <p:cNvCxnSpPr>
            <a:cxnSpLocks noChangeShapeType="1"/>
            <a:endCxn id="1027" idx="2"/>
          </p:cNvCxnSpPr>
          <p:nvPr/>
        </p:nvCxnSpPr>
        <p:spPr bwMode="auto">
          <a:xfrm flipH="1" flipV="1">
            <a:off x="4964386" y="3594764"/>
            <a:ext cx="5262427" cy="1399088"/>
          </a:xfrm>
          <a:prstGeom prst="straightConnector1">
            <a:avLst/>
          </a:prstGeom>
          <a:noFill/>
          <a:ln w="38100" algn="ctr">
            <a:solidFill>
              <a:srgbClr val="03C6FB"/>
            </a:solidFill>
            <a:prstDash val="sysDash"/>
            <a:miter lim="800000"/>
            <a:headEnd/>
            <a:tailEnd type="triangle" w="med" len="med"/>
          </a:ln>
          <a:extLst>
            <a:ext uri="{909E8E84-426E-40DD-AFC4-6F175D3DCCD1}">
              <a14:hiddenFill xmlns:a14="http://schemas.microsoft.com/office/drawing/2010/main">
                <a:noFill/>
              </a14:hiddenFill>
            </a:ext>
          </a:extLst>
        </p:spPr>
      </p:cxnSp>
      <p:pic>
        <p:nvPicPr>
          <p:cNvPr id="36" name="Picture 35">
            <a:extLst>
              <a:ext uri="{FF2B5EF4-FFF2-40B4-BE49-F238E27FC236}">
                <a16:creationId xmlns:a16="http://schemas.microsoft.com/office/drawing/2014/main" id="{EC1CF658-6785-4543-054B-84549D444E3F}"/>
              </a:ext>
            </a:extLst>
          </p:cNvPr>
          <p:cNvPicPr>
            <a:picLocks noChangeAspect="1"/>
          </p:cNvPicPr>
          <p:nvPr/>
        </p:nvPicPr>
        <p:blipFill>
          <a:blip r:embed="rId4"/>
          <a:stretch>
            <a:fillRect/>
          </a:stretch>
        </p:blipFill>
        <p:spPr>
          <a:xfrm rot="10800000" flipH="1" flipV="1">
            <a:off x="7218950" y="4832804"/>
            <a:ext cx="615235" cy="615235"/>
          </a:xfrm>
          <a:prstGeom prst="rect">
            <a:avLst/>
          </a:prstGeom>
        </p:spPr>
      </p:pic>
      <p:pic>
        <p:nvPicPr>
          <p:cNvPr id="38" name="Picture 37">
            <a:extLst>
              <a:ext uri="{FF2B5EF4-FFF2-40B4-BE49-F238E27FC236}">
                <a16:creationId xmlns:a16="http://schemas.microsoft.com/office/drawing/2014/main" id="{C86EBE0F-FD80-9761-4095-9184636E32F1}"/>
              </a:ext>
            </a:extLst>
          </p:cNvPr>
          <p:cNvPicPr>
            <a:picLocks noChangeAspect="1"/>
          </p:cNvPicPr>
          <p:nvPr/>
        </p:nvPicPr>
        <p:blipFill>
          <a:blip r:embed="rId4"/>
          <a:stretch>
            <a:fillRect/>
          </a:stretch>
        </p:blipFill>
        <p:spPr>
          <a:xfrm rot="10800000" flipH="1" flipV="1">
            <a:off x="5739799" y="4431877"/>
            <a:ext cx="615235" cy="615235"/>
          </a:xfrm>
          <a:prstGeom prst="rect">
            <a:avLst/>
          </a:prstGeom>
        </p:spPr>
      </p:pic>
      <p:pic>
        <p:nvPicPr>
          <p:cNvPr id="30" name="Picture 29">
            <a:extLst>
              <a:ext uri="{FF2B5EF4-FFF2-40B4-BE49-F238E27FC236}">
                <a16:creationId xmlns:a16="http://schemas.microsoft.com/office/drawing/2014/main" id="{37FF4022-8FEF-880A-8BD7-5C25A24F8BD5}"/>
              </a:ext>
            </a:extLst>
          </p:cNvPr>
          <p:cNvPicPr>
            <a:picLocks noChangeAspect="1"/>
          </p:cNvPicPr>
          <p:nvPr/>
        </p:nvPicPr>
        <p:blipFill>
          <a:blip r:embed="rId4"/>
          <a:stretch>
            <a:fillRect/>
          </a:stretch>
        </p:blipFill>
        <p:spPr>
          <a:xfrm rot="10800000" flipH="1" flipV="1">
            <a:off x="5832354" y="2929610"/>
            <a:ext cx="615235" cy="615235"/>
          </a:xfrm>
          <a:prstGeom prst="rect">
            <a:avLst/>
          </a:prstGeom>
        </p:spPr>
      </p:pic>
    </p:spTree>
    <p:extLst>
      <p:ext uri="{BB962C8B-B14F-4D97-AF65-F5344CB8AC3E}">
        <p14:creationId xmlns:p14="http://schemas.microsoft.com/office/powerpoint/2010/main" val="246450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3ABC4-B730-2E36-19E0-F9890F058E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2F682D5-4D3B-CDBE-4877-8BD10240BED6}"/>
              </a:ext>
            </a:extLst>
          </p:cNvPr>
          <p:cNvSpPr>
            <a:spLocks noGrp="1"/>
          </p:cNvSpPr>
          <p:nvPr>
            <p:ph type="title"/>
          </p:nvPr>
        </p:nvSpPr>
        <p:spPr/>
        <p:txBody>
          <a:bodyPr/>
          <a:lstStyle/>
          <a:p>
            <a:r>
              <a:rPr lang="en-US"/>
              <a:t>IFC to </a:t>
            </a:r>
            <a:r>
              <a:rPr lang="en-US" dirty="0"/>
              <a:t>ORD</a:t>
            </a:r>
          </a:p>
        </p:txBody>
      </p:sp>
      <p:sp>
        <p:nvSpPr>
          <p:cNvPr id="7" name="Content Placeholder 6">
            <a:extLst>
              <a:ext uri="{FF2B5EF4-FFF2-40B4-BE49-F238E27FC236}">
                <a16:creationId xmlns:a16="http://schemas.microsoft.com/office/drawing/2014/main" id="{90804BEC-2046-EBD9-A5DF-1F9052CB1087}"/>
              </a:ext>
            </a:extLst>
          </p:cNvPr>
          <p:cNvSpPr>
            <a:spLocks noGrp="1"/>
          </p:cNvSpPr>
          <p:nvPr>
            <p:ph idx="1"/>
          </p:nvPr>
        </p:nvSpPr>
        <p:spPr>
          <a:xfrm>
            <a:off x="609600" y="1600202"/>
            <a:ext cx="2974945" cy="4525963"/>
          </a:xfrm>
        </p:spPr>
        <p:txBody>
          <a:bodyPr/>
          <a:lstStyle/>
          <a:p>
            <a:r>
              <a:rPr lang="en-US" dirty="0"/>
              <a:t>9 step process to get all the sign attributes into ORD</a:t>
            </a:r>
          </a:p>
        </p:txBody>
      </p:sp>
      <p:sp>
        <p:nvSpPr>
          <p:cNvPr id="5" name="Slide Number Placeholder 4">
            <a:extLst>
              <a:ext uri="{FF2B5EF4-FFF2-40B4-BE49-F238E27FC236}">
                <a16:creationId xmlns:a16="http://schemas.microsoft.com/office/drawing/2014/main" id="{878EADC7-A6AE-0214-7E93-B906FC43B103}"/>
              </a:ext>
            </a:extLst>
          </p:cNvPr>
          <p:cNvSpPr>
            <a:spLocks noGrp="1"/>
          </p:cNvSpPr>
          <p:nvPr>
            <p:ph type="sldNum" sz="quarter" idx="12"/>
          </p:nvPr>
        </p:nvSpPr>
        <p:spPr/>
        <p:txBody>
          <a:bodyPr/>
          <a:lstStyle/>
          <a:p>
            <a:pPr>
              <a:defRPr/>
            </a:pPr>
            <a:fld id="{07A1B390-8C00-49C7-BEED-470B249615B6}" type="slidenum">
              <a:rPr lang="en-US" smtClean="0"/>
              <a:pPr>
                <a:defRPr/>
              </a:pPr>
              <a:t>4</a:t>
            </a:fld>
            <a:endParaRPr lang="en-US" dirty="0"/>
          </a:p>
        </p:txBody>
      </p:sp>
      <p:pic>
        <p:nvPicPr>
          <p:cNvPr id="4" name="Picture 3">
            <a:extLst>
              <a:ext uri="{FF2B5EF4-FFF2-40B4-BE49-F238E27FC236}">
                <a16:creationId xmlns:a16="http://schemas.microsoft.com/office/drawing/2014/main" id="{0A96737D-1144-8E2C-6BA9-9D30AA9F1B4F}"/>
              </a:ext>
            </a:extLst>
          </p:cNvPr>
          <p:cNvPicPr>
            <a:picLocks noChangeAspect="1"/>
          </p:cNvPicPr>
          <p:nvPr/>
        </p:nvPicPr>
        <p:blipFill>
          <a:blip r:embed="rId3"/>
          <a:stretch>
            <a:fillRect/>
          </a:stretch>
        </p:blipFill>
        <p:spPr>
          <a:xfrm>
            <a:off x="3584545" y="586740"/>
            <a:ext cx="7818120" cy="5684520"/>
          </a:xfrm>
          <a:prstGeom prst="rect">
            <a:avLst/>
          </a:prstGeom>
        </p:spPr>
      </p:pic>
    </p:spTree>
    <p:extLst>
      <p:ext uri="{BB962C8B-B14F-4D97-AF65-F5344CB8AC3E}">
        <p14:creationId xmlns:p14="http://schemas.microsoft.com/office/powerpoint/2010/main" val="2004845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E60E4-ACFA-2ED0-ED73-EF7ED82DD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EB86B-5E2D-EDC9-F391-81F138B5EA26}"/>
              </a:ext>
            </a:extLst>
          </p:cNvPr>
          <p:cNvSpPr>
            <a:spLocks noGrp="1"/>
          </p:cNvSpPr>
          <p:nvPr>
            <p:ph type="title"/>
          </p:nvPr>
        </p:nvSpPr>
        <p:spPr/>
        <p:txBody>
          <a:bodyPr/>
          <a:lstStyle/>
          <a:p>
            <a:r>
              <a:rPr lang="en-US" dirty="0"/>
              <a:t>IFC to SQL</a:t>
            </a:r>
          </a:p>
        </p:txBody>
      </p:sp>
      <p:sp>
        <p:nvSpPr>
          <p:cNvPr id="3" name="Slide Number Placeholder 2">
            <a:extLst>
              <a:ext uri="{FF2B5EF4-FFF2-40B4-BE49-F238E27FC236}">
                <a16:creationId xmlns:a16="http://schemas.microsoft.com/office/drawing/2014/main" id="{F0886B54-76DB-C92C-020C-20BB1F6480F0}"/>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8" name="Text Placeholder 3">
            <a:extLst>
              <a:ext uri="{FF2B5EF4-FFF2-40B4-BE49-F238E27FC236}">
                <a16:creationId xmlns:a16="http://schemas.microsoft.com/office/drawing/2014/main" id="{141FA5CF-38FA-4FFC-517C-7200B1FBEEBE}"/>
              </a:ext>
            </a:extLst>
          </p:cNvPr>
          <p:cNvSpPr txBox="1">
            <a:spLocks/>
          </p:cNvSpPr>
          <p:nvPr/>
        </p:nvSpPr>
        <p:spPr>
          <a:xfrm>
            <a:off x="320040" y="3098202"/>
            <a:ext cx="11521440" cy="3055172"/>
          </a:xfrm>
          <a:prstGeom prst="rect">
            <a:avLst/>
          </a:prstGeom>
        </p:spPr>
        <p:txBody>
          <a:bodyPr/>
          <a:lstStyle>
            <a:defPPr>
              <a:defRPr lang="en-US"/>
            </a:defPPr>
            <a:lvl1pPr algn="r" rtl="0" fontAlgn="base">
              <a:spcBef>
                <a:spcPct val="0"/>
              </a:spcBef>
              <a:spcAft>
                <a:spcPct val="0"/>
              </a:spcAft>
              <a:defRPr sz="1203" kern="1200">
                <a:solidFill>
                  <a:schemeClr val="bg1"/>
                </a:solidFill>
                <a:latin typeface="Arial" charset="0"/>
                <a:ea typeface="+mn-ea"/>
                <a:cs typeface="+mn-cs"/>
              </a:defRPr>
            </a:lvl1pPr>
            <a:lvl2pPr marL="608625" algn="l" rtl="0" fontAlgn="base">
              <a:spcBef>
                <a:spcPct val="0"/>
              </a:spcBef>
              <a:spcAft>
                <a:spcPct val="0"/>
              </a:spcAft>
              <a:defRPr kern="1200">
                <a:solidFill>
                  <a:schemeClr val="tx1"/>
                </a:solidFill>
                <a:latin typeface="Arial" charset="0"/>
                <a:ea typeface="+mn-ea"/>
                <a:cs typeface="+mn-cs"/>
              </a:defRPr>
            </a:lvl2pPr>
            <a:lvl3pPr marL="1217249" algn="l" rtl="0" fontAlgn="base">
              <a:spcBef>
                <a:spcPct val="0"/>
              </a:spcBef>
              <a:spcAft>
                <a:spcPct val="0"/>
              </a:spcAft>
              <a:defRPr kern="1200">
                <a:solidFill>
                  <a:schemeClr val="tx1"/>
                </a:solidFill>
                <a:latin typeface="Arial" charset="0"/>
                <a:ea typeface="+mn-ea"/>
                <a:cs typeface="+mn-cs"/>
              </a:defRPr>
            </a:lvl3pPr>
            <a:lvl4pPr marL="1825874" algn="l" rtl="0" fontAlgn="base">
              <a:spcBef>
                <a:spcPct val="0"/>
              </a:spcBef>
              <a:spcAft>
                <a:spcPct val="0"/>
              </a:spcAft>
              <a:defRPr kern="1200">
                <a:solidFill>
                  <a:schemeClr val="tx1"/>
                </a:solidFill>
                <a:latin typeface="Arial" charset="0"/>
                <a:ea typeface="+mn-ea"/>
                <a:cs typeface="+mn-cs"/>
              </a:defRPr>
            </a:lvl4pPr>
            <a:lvl5pPr marL="2434499" algn="l" rtl="0" fontAlgn="base">
              <a:spcBef>
                <a:spcPct val="0"/>
              </a:spcBef>
              <a:spcAft>
                <a:spcPct val="0"/>
              </a:spcAft>
              <a:defRPr kern="1200">
                <a:solidFill>
                  <a:schemeClr val="tx1"/>
                </a:solidFill>
                <a:latin typeface="Arial" charset="0"/>
                <a:ea typeface="+mn-ea"/>
                <a:cs typeface="+mn-cs"/>
              </a:defRPr>
            </a:lvl5pPr>
            <a:lvl6pPr marL="3043123" algn="l" defTabSz="1217249" rtl="0" eaLnBrk="1" latinLnBrk="0" hangingPunct="1">
              <a:defRPr kern="1200">
                <a:solidFill>
                  <a:schemeClr val="tx1"/>
                </a:solidFill>
                <a:latin typeface="Arial" charset="0"/>
                <a:ea typeface="+mn-ea"/>
                <a:cs typeface="+mn-cs"/>
              </a:defRPr>
            </a:lvl6pPr>
            <a:lvl7pPr marL="3651748" algn="l" defTabSz="1217249" rtl="0" eaLnBrk="1" latinLnBrk="0" hangingPunct="1">
              <a:defRPr kern="1200">
                <a:solidFill>
                  <a:schemeClr val="tx1"/>
                </a:solidFill>
                <a:latin typeface="Arial" charset="0"/>
                <a:ea typeface="+mn-ea"/>
                <a:cs typeface="+mn-cs"/>
              </a:defRPr>
            </a:lvl7pPr>
            <a:lvl8pPr marL="4260372" algn="l" defTabSz="1217249" rtl="0" eaLnBrk="1" latinLnBrk="0" hangingPunct="1">
              <a:defRPr kern="1200">
                <a:solidFill>
                  <a:schemeClr val="tx1"/>
                </a:solidFill>
                <a:latin typeface="Arial" charset="0"/>
                <a:ea typeface="+mn-ea"/>
                <a:cs typeface="+mn-cs"/>
              </a:defRPr>
            </a:lvl8pPr>
            <a:lvl9pPr marL="4868997" algn="l" defTabSz="1217249" rtl="0" eaLnBrk="1" latinLnBrk="0" hangingPunct="1">
              <a:defRPr kern="1200">
                <a:solidFill>
                  <a:schemeClr val="tx1"/>
                </a:solidFill>
                <a:latin typeface="Arial" charset="0"/>
                <a:ea typeface="+mn-ea"/>
                <a:cs typeface="+mn-cs"/>
              </a:defRPr>
            </a:lvl9pPr>
          </a:lstStyle>
          <a:p>
            <a:endParaRPr lang="en-US" sz="2000" dirty="0">
              <a:solidFill>
                <a:srgbClr val="231EDC"/>
              </a:solidFill>
            </a:endParaRPr>
          </a:p>
        </p:txBody>
      </p:sp>
      <p:pic>
        <p:nvPicPr>
          <p:cNvPr id="10" name="Picture 9">
            <a:extLst>
              <a:ext uri="{FF2B5EF4-FFF2-40B4-BE49-F238E27FC236}">
                <a16:creationId xmlns:a16="http://schemas.microsoft.com/office/drawing/2014/main" id="{92C221CE-3FC0-FADA-9157-20946BABD75F}"/>
              </a:ext>
            </a:extLst>
          </p:cNvPr>
          <p:cNvPicPr>
            <a:picLocks noChangeAspect="1"/>
          </p:cNvPicPr>
          <p:nvPr/>
        </p:nvPicPr>
        <p:blipFill>
          <a:blip r:embed="rId3"/>
          <a:stretch>
            <a:fillRect/>
          </a:stretch>
        </p:blipFill>
        <p:spPr>
          <a:xfrm>
            <a:off x="3833097" y="475957"/>
            <a:ext cx="8224333" cy="2503432"/>
          </a:xfrm>
          <a:prstGeom prst="rect">
            <a:avLst/>
          </a:prstGeom>
        </p:spPr>
      </p:pic>
      <p:sp>
        <p:nvSpPr>
          <p:cNvPr id="11" name="TextBox 10">
            <a:extLst>
              <a:ext uri="{FF2B5EF4-FFF2-40B4-BE49-F238E27FC236}">
                <a16:creationId xmlns:a16="http://schemas.microsoft.com/office/drawing/2014/main" id="{1E200F3A-3460-E0F2-DF37-DEFD2328B914}"/>
              </a:ext>
            </a:extLst>
          </p:cNvPr>
          <p:cNvSpPr txBox="1"/>
          <p:nvPr/>
        </p:nvSpPr>
        <p:spPr>
          <a:xfrm>
            <a:off x="9993855" y="2913536"/>
            <a:ext cx="1847625" cy="369332"/>
          </a:xfrm>
          <a:prstGeom prst="rect">
            <a:avLst/>
          </a:prstGeom>
          <a:noFill/>
        </p:spPr>
        <p:txBody>
          <a:bodyPr wrap="square">
            <a:spAutoFit/>
          </a:bodyPr>
          <a:lstStyle/>
          <a:p>
            <a:r>
              <a:rPr lang="en-US" dirty="0" err="1">
                <a:hlinkClick r:id="rId4"/>
              </a:rPr>
              <a:t>IfcSharp</a:t>
            </a:r>
            <a:r>
              <a:rPr lang="en-US" dirty="0">
                <a:hlinkClick r:id="rId4"/>
              </a:rPr>
              <a:t>/</a:t>
            </a:r>
            <a:r>
              <a:rPr lang="en-US" dirty="0" err="1">
                <a:hlinkClick r:id="rId4"/>
              </a:rPr>
              <a:t>IfcSQL</a:t>
            </a:r>
            <a:endParaRPr lang="en-US" dirty="0"/>
          </a:p>
        </p:txBody>
      </p:sp>
      <p:sp>
        <p:nvSpPr>
          <p:cNvPr id="13" name="TextBox 12">
            <a:extLst>
              <a:ext uri="{FF2B5EF4-FFF2-40B4-BE49-F238E27FC236}">
                <a16:creationId xmlns:a16="http://schemas.microsoft.com/office/drawing/2014/main" id="{D5BAF537-223F-AFE7-17AD-CAA73143394F}"/>
              </a:ext>
            </a:extLst>
          </p:cNvPr>
          <p:cNvSpPr txBox="1"/>
          <p:nvPr/>
        </p:nvSpPr>
        <p:spPr>
          <a:xfrm>
            <a:off x="443117" y="3347813"/>
            <a:ext cx="11521440" cy="2554545"/>
          </a:xfrm>
          <a:prstGeom prst="rect">
            <a:avLst/>
          </a:prstGeom>
          <a:noFill/>
        </p:spPr>
        <p:txBody>
          <a:bodyPr wrap="square">
            <a:spAutoFit/>
          </a:bodyPr>
          <a:lstStyle/>
          <a:p>
            <a:r>
              <a:rPr lang="en-US" sz="2000" dirty="0"/>
              <a:t>Swap out the house in your mind for an intersection</a:t>
            </a:r>
          </a:p>
          <a:p>
            <a:pPr lvl="1"/>
            <a:r>
              <a:rPr lang="en-US" sz="2000" dirty="0"/>
              <a:t>windows = signs, structure = road surface, doors = striping, roof = lights</a:t>
            </a:r>
          </a:p>
          <a:p>
            <a:pPr marL="457200" indent="-457200">
              <a:buFont typeface="+mj-lt"/>
              <a:buAutoNum type="arabicPeriod"/>
            </a:pPr>
            <a:r>
              <a:rPr lang="en-US" sz="2000" dirty="0"/>
              <a:t>Suitcase is a </a:t>
            </a:r>
            <a:r>
              <a:rPr lang="en-US" sz="2000" dirty="0">
                <a:solidFill>
                  <a:srgbClr val="231EDC"/>
                </a:solidFill>
              </a:rPr>
              <a:t>design</a:t>
            </a:r>
            <a:r>
              <a:rPr lang="en-US" sz="2000" dirty="0"/>
              <a:t> </a:t>
            </a:r>
            <a:r>
              <a:rPr lang="en-US" sz="2000" dirty="0">
                <a:solidFill>
                  <a:srgbClr val="231EDC"/>
                </a:solidFill>
              </a:rPr>
              <a:t>project</a:t>
            </a:r>
            <a:r>
              <a:rPr lang="en-US" sz="2000" dirty="0"/>
              <a:t> and may contain multiple IFC files by discipline, area, demo/install</a:t>
            </a:r>
          </a:p>
          <a:p>
            <a:pPr marL="457200" indent="-457200">
              <a:buFont typeface="+mj-lt"/>
              <a:buAutoNum type="arabicPeriod"/>
            </a:pPr>
            <a:r>
              <a:rPr lang="en-US" sz="2000" dirty="0"/>
              <a:t>The luggage locker is our </a:t>
            </a:r>
            <a:r>
              <a:rPr lang="en-US" sz="2000" dirty="0">
                <a:solidFill>
                  <a:srgbClr val="231EDC"/>
                </a:solidFill>
              </a:rPr>
              <a:t>IFC file manager</a:t>
            </a:r>
            <a:r>
              <a:rPr lang="en-US" sz="2000" dirty="0"/>
              <a:t>. It makes projects available to construction and is an archive of past projects.</a:t>
            </a:r>
          </a:p>
          <a:p>
            <a:pPr marL="457200" indent="-457200">
              <a:buFont typeface="+mj-lt"/>
              <a:buAutoNum type="arabicPeriod"/>
            </a:pPr>
            <a:r>
              <a:rPr lang="en-US" sz="2000" dirty="0"/>
              <a:t>The elements of the design can be extracted and inserted in a SQL database (</a:t>
            </a:r>
            <a:r>
              <a:rPr lang="en-US" sz="2000" dirty="0">
                <a:solidFill>
                  <a:srgbClr val="231EDC"/>
                </a:solidFill>
              </a:rPr>
              <a:t>CTRL_SMS</a:t>
            </a:r>
            <a:r>
              <a:rPr lang="en-US" sz="2000" dirty="0"/>
              <a:t>)</a:t>
            </a:r>
          </a:p>
          <a:p>
            <a:pPr marL="727200" lvl="1" indent="-457200">
              <a:buFont typeface="+mj-lt"/>
              <a:buAutoNum type="alphaLcParenR"/>
            </a:pPr>
            <a:r>
              <a:rPr lang="en-US" sz="2000" dirty="0"/>
              <a:t>The SQL database can be queried</a:t>
            </a:r>
          </a:p>
          <a:p>
            <a:pPr marL="457200" indent="-457200">
              <a:buFont typeface="+mj-lt"/>
              <a:buAutoNum type="arabicPeriod"/>
            </a:pPr>
            <a:r>
              <a:rPr lang="en-US" sz="2000" dirty="0"/>
              <a:t>Data for a road section can be put back into IFC format for new </a:t>
            </a:r>
            <a:r>
              <a:rPr lang="en-US" sz="2000" dirty="0">
                <a:solidFill>
                  <a:srgbClr val="231EDC"/>
                </a:solidFill>
              </a:rPr>
              <a:t>design</a:t>
            </a:r>
            <a:r>
              <a:rPr lang="en-US" sz="2000" dirty="0"/>
              <a:t> </a:t>
            </a:r>
            <a:r>
              <a:rPr lang="en-US" sz="2000" dirty="0">
                <a:solidFill>
                  <a:srgbClr val="231EDC"/>
                </a:solidFill>
              </a:rPr>
              <a:t>projects</a:t>
            </a:r>
          </a:p>
        </p:txBody>
      </p:sp>
    </p:spTree>
    <p:extLst>
      <p:ext uri="{BB962C8B-B14F-4D97-AF65-F5344CB8AC3E}">
        <p14:creationId xmlns:p14="http://schemas.microsoft.com/office/powerpoint/2010/main" val="15067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D4C72-2DCD-A393-6F8C-8F7DB6609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71826-056C-A872-434E-9B8B694DD102}"/>
              </a:ext>
            </a:extLst>
          </p:cNvPr>
          <p:cNvSpPr>
            <a:spLocks noGrp="1"/>
          </p:cNvSpPr>
          <p:nvPr>
            <p:ph type="title"/>
          </p:nvPr>
        </p:nvSpPr>
        <p:spPr/>
        <p:txBody>
          <a:bodyPr/>
          <a:lstStyle/>
          <a:p>
            <a:r>
              <a:rPr lang="en-US" dirty="0"/>
              <a:t>IFC or GIS</a:t>
            </a:r>
          </a:p>
        </p:txBody>
      </p:sp>
      <p:sp>
        <p:nvSpPr>
          <p:cNvPr id="3" name="Slide Number Placeholder 2">
            <a:extLst>
              <a:ext uri="{FF2B5EF4-FFF2-40B4-BE49-F238E27FC236}">
                <a16:creationId xmlns:a16="http://schemas.microsoft.com/office/drawing/2014/main" id="{9AEEAB31-354C-0997-AABF-671609C416C0}"/>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8" name="Text Placeholder 3">
            <a:extLst>
              <a:ext uri="{FF2B5EF4-FFF2-40B4-BE49-F238E27FC236}">
                <a16:creationId xmlns:a16="http://schemas.microsoft.com/office/drawing/2014/main" id="{8D4E1FDC-EF61-B839-DFC1-59E331581D31}"/>
              </a:ext>
            </a:extLst>
          </p:cNvPr>
          <p:cNvSpPr txBox="1">
            <a:spLocks/>
          </p:cNvSpPr>
          <p:nvPr/>
        </p:nvSpPr>
        <p:spPr>
          <a:xfrm>
            <a:off x="320040" y="3098202"/>
            <a:ext cx="11521440" cy="3055172"/>
          </a:xfrm>
          <a:prstGeom prst="rect">
            <a:avLst/>
          </a:prstGeom>
        </p:spPr>
        <p:txBody>
          <a:bodyPr/>
          <a:lstStyle>
            <a:defPPr>
              <a:defRPr lang="en-US"/>
            </a:defPPr>
            <a:lvl1pPr algn="r" rtl="0" fontAlgn="base">
              <a:spcBef>
                <a:spcPct val="0"/>
              </a:spcBef>
              <a:spcAft>
                <a:spcPct val="0"/>
              </a:spcAft>
              <a:defRPr sz="1203" kern="1200">
                <a:solidFill>
                  <a:schemeClr val="bg1"/>
                </a:solidFill>
                <a:latin typeface="Arial" charset="0"/>
                <a:ea typeface="+mn-ea"/>
                <a:cs typeface="+mn-cs"/>
              </a:defRPr>
            </a:lvl1pPr>
            <a:lvl2pPr marL="608625" algn="l" rtl="0" fontAlgn="base">
              <a:spcBef>
                <a:spcPct val="0"/>
              </a:spcBef>
              <a:spcAft>
                <a:spcPct val="0"/>
              </a:spcAft>
              <a:defRPr kern="1200">
                <a:solidFill>
                  <a:schemeClr val="tx1"/>
                </a:solidFill>
                <a:latin typeface="Arial" charset="0"/>
                <a:ea typeface="+mn-ea"/>
                <a:cs typeface="+mn-cs"/>
              </a:defRPr>
            </a:lvl2pPr>
            <a:lvl3pPr marL="1217249" algn="l" rtl="0" fontAlgn="base">
              <a:spcBef>
                <a:spcPct val="0"/>
              </a:spcBef>
              <a:spcAft>
                <a:spcPct val="0"/>
              </a:spcAft>
              <a:defRPr kern="1200">
                <a:solidFill>
                  <a:schemeClr val="tx1"/>
                </a:solidFill>
                <a:latin typeface="Arial" charset="0"/>
                <a:ea typeface="+mn-ea"/>
                <a:cs typeface="+mn-cs"/>
              </a:defRPr>
            </a:lvl3pPr>
            <a:lvl4pPr marL="1825874" algn="l" rtl="0" fontAlgn="base">
              <a:spcBef>
                <a:spcPct val="0"/>
              </a:spcBef>
              <a:spcAft>
                <a:spcPct val="0"/>
              </a:spcAft>
              <a:defRPr kern="1200">
                <a:solidFill>
                  <a:schemeClr val="tx1"/>
                </a:solidFill>
                <a:latin typeface="Arial" charset="0"/>
                <a:ea typeface="+mn-ea"/>
                <a:cs typeface="+mn-cs"/>
              </a:defRPr>
            </a:lvl4pPr>
            <a:lvl5pPr marL="2434499" algn="l" rtl="0" fontAlgn="base">
              <a:spcBef>
                <a:spcPct val="0"/>
              </a:spcBef>
              <a:spcAft>
                <a:spcPct val="0"/>
              </a:spcAft>
              <a:defRPr kern="1200">
                <a:solidFill>
                  <a:schemeClr val="tx1"/>
                </a:solidFill>
                <a:latin typeface="Arial" charset="0"/>
                <a:ea typeface="+mn-ea"/>
                <a:cs typeface="+mn-cs"/>
              </a:defRPr>
            </a:lvl5pPr>
            <a:lvl6pPr marL="3043123" algn="l" defTabSz="1217249" rtl="0" eaLnBrk="1" latinLnBrk="0" hangingPunct="1">
              <a:defRPr kern="1200">
                <a:solidFill>
                  <a:schemeClr val="tx1"/>
                </a:solidFill>
                <a:latin typeface="Arial" charset="0"/>
                <a:ea typeface="+mn-ea"/>
                <a:cs typeface="+mn-cs"/>
              </a:defRPr>
            </a:lvl6pPr>
            <a:lvl7pPr marL="3651748" algn="l" defTabSz="1217249" rtl="0" eaLnBrk="1" latinLnBrk="0" hangingPunct="1">
              <a:defRPr kern="1200">
                <a:solidFill>
                  <a:schemeClr val="tx1"/>
                </a:solidFill>
                <a:latin typeface="Arial" charset="0"/>
                <a:ea typeface="+mn-ea"/>
                <a:cs typeface="+mn-cs"/>
              </a:defRPr>
            </a:lvl7pPr>
            <a:lvl8pPr marL="4260372" algn="l" defTabSz="1217249" rtl="0" eaLnBrk="1" latinLnBrk="0" hangingPunct="1">
              <a:defRPr kern="1200">
                <a:solidFill>
                  <a:schemeClr val="tx1"/>
                </a:solidFill>
                <a:latin typeface="Arial" charset="0"/>
                <a:ea typeface="+mn-ea"/>
                <a:cs typeface="+mn-cs"/>
              </a:defRPr>
            </a:lvl8pPr>
            <a:lvl9pPr marL="4868997" algn="l" defTabSz="1217249" rtl="0" eaLnBrk="1" latinLnBrk="0" hangingPunct="1">
              <a:defRPr kern="1200">
                <a:solidFill>
                  <a:schemeClr val="tx1"/>
                </a:solidFill>
                <a:latin typeface="Arial" charset="0"/>
                <a:ea typeface="+mn-ea"/>
                <a:cs typeface="+mn-cs"/>
              </a:defRPr>
            </a:lvl9pPr>
          </a:lstStyle>
          <a:p>
            <a:endParaRPr lang="en-US" sz="2000" dirty="0">
              <a:solidFill>
                <a:srgbClr val="231EDC"/>
              </a:solidFill>
            </a:endParaRPr>
          </a:p>
        </p:txBody>
      </p:sp>
      <p:sp>
        <p:nvSpPr>
          <p:cNvPr id="14" name="Text Placeholder 3">
            <a:extLst>
              <a:ext uri="{FF2B5EF4-FFF2-40B4-BE49-F238E27FC236}">
                <a16:creationId xmlns:a16="http://schemas.microsoft.com/office/drawing/2014/main" id="{9EC5C50A-7345-1166-FE68-E7C285C2F771}"/>
              </a:ext>
            </a:extLst>
          </p:cNvPr>
          <p:cNvSpPr txBox="1">
            <a:spLocks/>
          </p:cNvSpPr>
          <p:nvPr/>
        </p:nvSpPr>
        <p:spPr>
          <a:xfrm>
            <a:off x="319723" y="1243013"/>
            <a:ext cx="11521440" cy="2185987"/>
          </a:xfrm>
          <a:prstGeom prst="rect">
            <a:avLst/>
          </a:prstGeom>
        </p:spPr>
        <p:txBody>
          <a:bodyPr/>
          <a:lstStyle>
            <a:defPPr>
              <a:defRPr lang="en-US"/>
            </a:defPPr>
            <a:lvl1pPr algn="r" rtl="0" fontAlgn="base">
              <a:spcBef>
                <a:spcPct val="0"/>
              </a:spcBef>
              <a:spcAft>
                <a:spcPct val="0"/>
              </a:spcAft>
              <a:defRPr sz="1203" kern="1200">
                <a:solidFill>
                  <a:schemeClr val="bg1"/>
                </a:solidFill>
                <a:latin typeface="Arial" charset="0"/>
                <a:ea typeface="+mn-ea"/>
                <a:cs typeface="+mn-cs"/>
              </a:defRPr>
            </a:lvl1pPr>
            <a:lvl2pPr marL="608625" algn="l" rtl="0" fontAlgn="base">
              <a:spcBef>
                <a:spcPct val="0"/>
              </a:spcBef>
              <a:spcAft>
                <a:spcPct val="0"/>
              </a:spcAft>
              <a:defRPr kern="1200">
                <a:solidFill>
                  <a:schemeClr val="tx1"/>
                </a:solidFill>
                <a:latin typeface="Arial" charset="0"/>
                <a:ea typeface="+mn-ea"/>
                <a:cs typeface="+mn-cs"/>
              </a:defRPr>
            </a:lvl2pPr>
            <a:lvl3pPr marL="1217249" algn="l" rtl="0" fontAlgn="base">
              <a:spcBef>
                <a:spcPct val="0"/>
              </a:spcBef>
              <a:spcAft>
                <a:spcPct val="0"/>
              </a:spcAft>
              <a:defRPr kern="1200">
                <a:solidFill>
                  <a:schemeClr val="tx1"/>
                </a:solidFill>
                <a:latin typeface="Arial" charset="0"/>
                <a:ea typeface="+mn-ea"/>
                <a:cs typeface="+mn-cs"/>
              </a:defRPr>
            </a:lvl3pPr>
            <a:lvl4pPr marL="1825874" algn="l" rtl="0" fontAlgn="base">
              <a:spcBef>
                <a:spcPct val="0"/>
              </a:spcBef>
              <a:spcAft>
                <a:spcPct val="0"/>
              </a:spcAft>
              <a:defRPr kern="1200">
                <a:solidFill>
                  <a:schemeClr val="tx1"/>
                </a:solidFill>
                <a:latin typeface="Arial" charset="0"/>
                <a:ea typeface="+mn-ea"/>
                <a:cs typeface="+mn-cs"/>
              </a:defRPr>
            </a:lvl4pPr>
            <a:lvl5pPr marL="2434499" algn="l" rtl="0" fontAlgn="base">
              <a:spcBef>
                <a:spcPct val="0"/>
              </a:spcBef>
              <a:spcAft>
                <a:spcPct val="0"/>
              </a:spcAft>
              <a:defRPr kern="1200">
                <a:solidFill>
                  <a:schemeClr val="tx1"/>
                </a:solidFill>
                <a:latin typeface="Arial" charset="0"/>
                <a:ea typeface="+mn-ea"/>
                <a:cs typeface="+mn-cs"/>
              </a:defRPr>
            </a:lvl5pPr>
            <a:lvl6pPr marL="3043123" algn="l" defTabSz="1217249" rtl="0" eaLnBrk="1" latinLnBrk="0" hangingPunct="1">
              <a:defRPr kern="1200">
                <a:solidFill>
                  <a:schemeClr val="tx1"/>
                </a:solidFill>
                <a:latin typeface="Arial" charset="0"/>
                <a:ea typeface="+mn-ea"/>
                <a:cs typeface="+mn-cs"/>
              </a:defRPr>
            </a:lvl6pPr>
            <a:lvl7pPr marL="3651748" algn="l" defTabSz="1217249" rtl="0" eaLnBrk="1" latinLnBrk="0" hangingPunct="1">
              <a:defRPr kern="1200">
                <a:solidFill>
                  <a:schemeClr val="tx1"/>
                </a:solidFill>
                <a:latin typeface="Arial" charset="0"/>
                <a:ea typeface="+mn-ea"/>
                <a:cs typeface="+mn-cs"/>
              </a:defRPr>
            </a:lvl7pPr>
            <a:lvl8pPr marL="4260372" algn="l" defTabSz="1217249" rtl="0" eaLnBrk="1" latinLnBrk="0" hangingPunct="1">
              <a:defRPr kern="1200">
                <a:solidFill>
                  <a:schemeClr val="tx1"/>
                </a:solidFill>
                <a:latin typeface="Arial" charset="0"/>
                <a:ea typeface="+mn-ea"/>
                <a:cs typeface="+mn-cs"/>
              </a:defRPr>
            </a:lvl8pPr>
            <a:lvl9pPr marL="4868997" algn="l" defTabSz="1217249" rtl="0" eaLnBrk="1" latinLnBrk="0" hangingPunct="1">
              <a:defRPr kern="1200">
                <a:solidFill>
                  <a:schemeClr val="tx1"/>
                </a:solidFill>
                <a:latin typeface="Arial" charset="0"/>
                <a:ea typeface="+mn-ea"/>
                <a:cs typeface="+mn-cs"/>
              </a:defRPr>
            </a:lvl9pPr>
          </a:lstStyle>
          <a:p>
            <a:r>
              <a:rPr lang="en-US" sz="2200">
                <a:hlinkClick r:id="rId3"/>
              </a:rPr>
              <a:t>AASHTO Digital As-Builts</a:t>
            </a:r>
            <a:endParaRPr lang="en-US" sz="2200"/>
          </a:p>
          <a:p>
            <a:pPr lvl="1"/>
            <a:r>
              <a:rPr lang="en-US" sz="2000" b="1"/>
              <a:t>GIS datasets.</a:t>
            </a:r>
            <a:r>
              <a:rPr lang="en-US" sz="2000"/>
              <a:t> As-built information that will be federated with an existing GIS-based asset inventory can be collected directly into a compatible file format. GIS data is searchable and extractable and is stored in a durable database format. </a:t>
            </a:r>
          </a:p>
          <a:p>
            <a:pPr lvl="1"/>
            <a:r>
              <a:rPr lang="en-US" sz="2000" b="1"/>
              <a:t>3D models.</a:t>
            </a:r>
            <a:r>
              <a:rPr lang="en-US" sz="2000"/>
              <a:t> AASHTO has resolved to adopt Industry Foundation Class (IFC), an international open data standard, ISO 16739</a:t>
            </a:r>
            <a:endParaRPr lang="en-US" sz="2000" dirty="0"/>
          </a:p>
        </p:txBody>
      </p:sp>
      <p:pic>
        <p:nvPicPr>
          <p:cNvPr id="15" name="Picture 14">
            <a:extLst>
              <a:ext uri="{FF2B5EF4-FFF2-40B4-BE49-F238E27FC236}">
                <a16:creationId xmlns:a16="http://schemas.microsoft.com/office/drawing/2014/main" id="{8FB2DFE8-F456-945B-E2E6-B2D329489052}"/>
              </a:ext>
            </a:extLst>
          </p:cNvPr>
          <p:cNvPicPr>
            <a:picLocks noChangeAspect="1"/>
          </p:cNvPicPr>
          <p:nvPr/>
        </p:nvPicPr>
        <p:blipFill>
          <a:blip r:embed="rId4"/>
          <a:stretch>
            <a:fillRect/>
          </a:stretch>
        </p:blipFill>
        <p:spPr>
          <a:xfrm>
            <a:off x="6862618" y="3321474"/>
            <a:ext cx="4978545" cy="2857075"/>
          </a:xfrm>
          <a:prstGeom prst="rect">
            <a:avLst/>
          </a:prstGeom>
        </p:spPr>
      </p:pic>
      <p:sp>
        <p:nvSpPr>
          <p:cNvPr id="17" name="Text Placeholder 3">
            <a:extLst>
              <a:ext uri="{FF2B5EF4-FFF2-40B4-BE49-F238E27FC236}">
                <a16:creationId xmlns:a16="http://schemas.microsoft.com/office/drawing/2014/main" id="{21CCDEFB-DF6E-985A-E0E0-5129F0C02103}"/>
              </a:ext>
            </a:extLst>
          </p:cNvPr>
          <p:cNvSpPr txBox="1">
            <a:spLocks/>
          </p:cNvSpPr>
          <p:nvPr/>
        </p:nvSpPr>
        <p:spPr>
          <a:xfrm>
            <a:off x="319723" y="3205336"/>
            <a:ext cx="6542895" cy="2633411"/>
          </a:xfrm>
          <a:prstGeom prst="rect">
            <a:avLst/>
          </a:prstGeom>
          <a:noFill/>
        </p:spPr>
        <p:txBody>
          <a:bodyPr vert="horz" lIns="0" tIns="0" rIns="0" bIns="0" rtlCol="0">
            <a:noAutofit/>
          </a:bodyPr>
          <a:lstStyle>
            <a:lvl1pPr marL="270000" indent="-2700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tx1"/>
                </a:solidFill>
                <a:latin typeface="+mj-lt"/>
                <a:ea typeface="+mn-ea"/>
                <a:cs typeface="Jacobs Chronos" panose="010B0603030503030204" pitchFamily="34" charset="0"/>
              </a:defRPr>
            </a:lvl1pPr>
            <a:lvl2pPr marL="540000" indent="-270000" algn="l" defTabSz="914400" rtl="0" eaLnBrk="1" latinLnBrk="0" hangingPunct="1">
              <a:lnSpc>
                <a:spcPct val="90000"/>
              </a:lnSpc>
              <a:spcBef>
                <a:spcPts val="500"/>
              </a:spcBef>
              <a:buClr>
                <a:schemeClr val="accent1"/>
              </a:buClr>
              <a:buFont typeface="Jacobs Chronos" panose="010B0603030503030204" pitchFamily="34" charset="0"/>
              <a:buChar char="−"/>
              <a:defRPr sz="2200" kern="1200">
                <a:solidFill>
                  <a:schemeClr val="tx1"/>
                </a:solidFill>
                <a:latin typeface="+mj-lt"/>
                <a:ea typeface="+mn-ea"/>
                <a:cs typeface="Jacobs Chronos" panose="010B0603030503030204" pitchFamily="34" charset="0"/>
              </a:defRPr>
            </a:lvl2pPr>
            <a:lvl3pPr marL="810000" indent="-270000" algn="l" defTabSz="914400" rtl="0" eaLnBrk="1" latinLnBrk="0" hangingPunct="1">
              <a:lnSpc>
                <a:spcPct val="90000"/>
              </a:lnSpc>
              <a:spcBef>
                <a:spcPts val="500"/>
              </a:spcBef>
              <a:buClr>
                <a:schemeClr val="accent1"/>
              </a:buClr>
              <a:buFont typeface="Wingdings" panose="05000000000000000000" pitchFamily="2" charset="2"/>
              <a:buChar char="§"/>
              <a:defRPr sz="2000" kern="1200">
                <a:solidFill>
                  <a:schemeClr val="tx1"/>
                </a:solidFill>
                <a:latin typeface="+mj-lt"/>
                <a:ea typeface="+mn-ea"/>
                <a:cs typeface="Jacobs Chronos" panose="010B0603030503030204" pitchFamily="34" charset="0"/>
              </a:defRPr>
            </a:lvl3pPr>
            <a:lvl4pPr marL="1080000" indent="-270000" algn="l" defTabSz="914400" rtl="0" eaLnBrk="1" latinLnBrk="0" hangingPunct="1">
              <a:lnSpc>
                <a:spcPct val="90000"/>
              </a:lnSpc>
              <a:spcBef>
                <a:spcPts val="500"/>
              </a:spcBef>
              <a:buClr>
                <a:schemeClr val="accent1"/>
              </a:buClr>
              <a:buFont typeface="Jacobs Chronos" panose="010B0603030503030204" pitchFamily="34" charset="0"/>
              <a:buChar char="−"/>
              <a:defRPr sz="1800" kern="1200">
                <a:solidFill>
                  <a:schemeClr val="tx1"/>
                </a:solidFill>
                <a:latin typeface="+mj-lt"/>
                <a:ea typeface="+mn-ea"/>
                <a:cs typeface="Jacobs Chronos" panose="010B0603030503030204" pitchFamily="34" charset="0"/>
              </a:defRPr>
            </a:lvl4pPr>
            <a:lvl5pPr marL="1350000" indent="-270000" algn="l" defTabSz="914400" rtl="0" eaLnBrk="1" latinLnBrk="0" hangingPunct="1">
              <a:lnSpc>
                <a:spcPct val="90000"/>
              </a:lnSpc>
              <a:spcBef>
                <a:spcPts val="500"/>
              </a:spcBef>
              <a:buClr>
                <a:schemeClr val="accent1"/>
              </a:buClr>
              <a:buFont typeface="Wingdings" panose="05000000000000000000" pitchFamily="2" charset="2"/>
              <a:buChar char="§"/>
              <a:defRPr sz="1600" kern="1200">
                <a:solidFill>
                  <a:schemeClr val="tx1"/>
                </a:solidFill>
                <a:latin typeface="+mj-lt"/>
                <a:ea typeface="+mn-ea"/>
                <a:cs typeface="Jacobs Chronos" panose="010B0603030503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t>ADCMS Scope of Work excerpt:</a:t>
            </a:r>
          </a:p>
          <a:p>
            <a:pPr lvl="1"/>
            <a:r>
              <a:rPr lang="en-US" sz="2000" dirty="0"/>
              <a:t>The central database (aka. Asset Information Model) must be developed using national standards (e.g., Industry Foundation Classes and data dictionaries) that will allow the exchange of data to be vendor agnostic</a:t>
            </a:r>
          </a:p>
          <a:p>
            <a:pPr lvl="1"/>
            <a:endParaRPr lang="en-US" dirty="0"/>
          </a:p>
          <a:p>
            <a:pPr marL="270000" lvl="1" indent="0">
              <a:buFont typeface="Jacobs Chronos" panose="010B0603030503030204" pitchFamily="34" charset="0"/>
              <a:buNone/>
            </a:pPr>
            <a:endParaRPr lang="en-US" dirty="0"/>
          </a:p>
        </p:txBody>
      </p:sp>
    </p:spTree>
    <p:extLst>
      <p:ext uri="{BB962C8B-B14F-4D97-AF65-F5344CB8AC3E}">
        <p14:creationId xmlns:p14="http://schemas.microsoft.com/office/powerpoint/2010/main" val="287784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A383-8D44-AA0F-6A54-079552E83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7F6A4-9158-5FE8-1381-A4401AD28433}"/>
              </a:ext>
            </a:extLst>
          </p:cNvPr>
          <p:cNvSpPr>
            <a:spLocks noGrp="1"/>
          </p:cNvSpPr>
          <p:nvPr>
            <p:ph type="title"/>
          </p:nvPr>
        </p:nvSpPr>
        <p:spPr/>
        <p:txBody>
          <a:bodyPr/>
          <a:lstStyle/>
          <a:p>
            <a:r>
              <a:rPr lang="en-US" dirty="0"/>
              <a:t>Data Dictionary</a:t>
            </a:r>
          </a:p>
        </p:txBody>
      </p:sp>
      <p:sp>
        <p:nvSpPr>
          <p:cNvPr id="3" name="Slide Number Placeholder 2">
            <a:extLst>
              <a:ext uri="{FF2B5EF4-FFF2-40B4-BE49-F238E27FC236}">
                <a16:creationId xmlns:a16="http://schemas.microsoft.com/office/drawing/2014/main" id="{DDA69922-9E07-1971-BA72-E4C984F4173A}"/>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4" name="Content Placeholder 4">
            <a:extLst>
              <a:ext uri="{FF2B5EF4-FFF2-40B4-BE49-F238E27FC236}">
                <a16:creationId xmlns:a16="http://schemas.microsoft.com/office/drawing/2014/main" id="{76BF1277-C900-CF90-2E74-6CFF26CAC3AE}"/>
              </a:ext>
            </a:extLst>
          </p:cNvPr>
          <p:cNvSpPr txBox="1">
            <a:spLocks/>
          </p:cNvSpPr>
          <p:nvPr/>
        </p:nvSpPr>
        <p:spPr>
          <a:xfrm>
            <a:off x="853189" y="4744345"/>
            <a:ext cx="2995460" cy="1272381"/>
          </a:xfrm>
          <a:prstGeom prst="rect">
            <a:avLst/>
          </a:prstGeom>
        </p:spPr>
        <p:txBody>
          <a:bodyPr>
            <a:normAutofit/>
          </a:bodyPr>
          <a:lstStyle>
            <a:lvl1pPr marL="343757" indent="-343757"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1pPr>
            <a:lvl2pPr marL="744807" indent="-286464"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2pPr>
            <a:lvl3pPr marL="1145858" indent="-229172"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3pPr>
            <a:lvl4pPr marL="1604201" indent="-229172"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4pPr>
            <a:lvl5pPr marL="2062544" indent="-229172"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5pPr>
            <a:lvl6pPr marL="2520887" indent="-229172" algn="l" defTabSz="458343" rtl="0" eaLnBrk="1" latinLnBrk="0" hangingPunct="1">
              <a:spcBef>
                <a:spcPct val="20000"/>
              </a:spcBef>
              <a:buFont typeface="Arial"/>
              <a:buChar char="•"/>
              <a:defRPr sz="2005" kern="1200">
                <a:solidFill>
                  <a:schemeClr val="tx1"/>
                </a:solidFill>
                <a:latin typeface="+mn-lt"/>
                <a:ea typeface="+mn-ea"/>
                <a:cs typeface="+mn-cs"/>
              </a:defRPr>
            </a:lvl6pPr>
            <a:lvl7pPr marL="2979230" indent="-229172" algn="l" defTabSz="458343" rtl="0" eaLnBrk="1" latinLnBrk="0" hangingPunct="1">
              <a:spcBef>
                <a:spcPct val="20000"/>
              </a:spcBef>
              <a:buFont typeface="Arial"/>
              <a:buChar char="•"/>
              <a:defRPr sz="2005" kern="1200">
                <a:solidFill>
                  <a:schemeClr val="tx1"/>
                </a:solidFill>
                <a:latin typeface="+mn-lt"/>
                <a:ea typeface="+mn-ea"/>
                <a:cs typeface="+mn-cs"/>
              </a:defRPr>
            </a:lvl7pPr>
            <a:lvl8pPr marL="3437573" indent="-229172" algn="l" defTabSz="458343" rtl="0" eaLnBrk="1" latinLnBrk="0" hangingPunct="1">
              <a:spcBef>
                <a:spcPct val="20000"/>
              </a:spcBef>
              <a:buFont typeface="Arial"/>
              <a:buChar char="•"/>
              <a:defRPr sz="2005" kern="1200">
                <a:solidFill>
                  <a:schemeClr val="tx1"/>
                </a:solidFill>
                <a:latin typeface="+mn-lt"/>
                <a:ea typeface="+mn-ea"/>
                <a:cs typeface="+mn-cs"/>
              </a:defRPr>
            </a:lvl8pPr>
            <a:lvl9pPr marL="3895916" indent="-229172" algn="l" defTabSz="458343" rtl="0" eaLnBrk="1" latinLnBrk="0" hangingPunct="1">
              <a:spcBef>
                <a:spcPct val="20000"/>
              </a:spcBef>
              <a:buFont typeface="Arial"/>
              <a:buChar char="•"/>
              <a:defRPr sz="2005" kern="1200">
                <a:solidFill>
                  <a:schemeClr val="tx1"/>
                </a:solidFill>
                <a:latin typeface="+mn-lt"/>
                <a:ea typeface="+mn-ea"/>
                <a:cs typeface="+mn-cs"/>
              </a:defRPr>
            </a:lvl9pPr>
          </a:lstStyle>
          <a:p>
            <a:pPr marL="0" indent="0">
              <a:buFont typeface="Arial" charset="0"/>
              <a:buNone/>
            </a:pPr>
            <a:r>
              <a:rPr lang="en-US" sz="2400" dirty="0">
                <a:latin typeface="Arial" panose="020B0604020202020204" pitchFamily="34" charset="0"/>
                <a:ea typeface="Calibri" panose="020F0502020204030204" pitchFamily="34" charset="0"/>
                <a:cs typeface="Arial" panose="020B0604020202020204" pitchFamily="34" charset="0"/>
                <a:hlinkClick r:id="rId3"/>
              </a:rPr>
              <a:t>https://search.bsdd.buildingsmart.org/uri/wsdot/wsdotsigns/</a:t>
            </a:r>
            <a:endParaRPr lang="en-US" sz="2400" dirty="0">
              <a:latin typeface="Arial" panose="020B060402020202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604DCFD-E290-5093-C228-98F21AD973AE}"/>
              </a:ext>
            </a:extLst>
          </p:cNvPr>
          <p:cNvPicPr>
            <a:picLocks noChangeAspect="1"/>
          </p:cNvPicPr>
          <p:nvPr/>
        </p:nvPicPr>
        <p:blipFill>
          <a:blip r:embed="rId4"/>
          <a:stretch>
            <a:fillRect/>
          </a:stretch>
        </p:blipFill>
        <p:spPr>
          <a:xfrm>
            <a:off x="904874" y="1852256"/>
            <a:ext cx="2892089" cy="2892089"/>
          </a:xfrm>
          <a:prstGeom prst="rect">
            <a:avLst/>
          </a:prstGeom>
        </p:spPr>
      </p:pic>
      <p:pic>
        <p:nvPicPr>
          <p:cNvPr id="7" name="Picture 6">
            <a:extLst>
              <a:ext uri="{FF2B5EF4-FFF2-40B4-BE49-F238E27FC236}">
                <a16:creationId xmlns:a16="http://schemas.microsoft.com/office/drawing/2014/main" id="{9A8D8582-8BCD-18AE-472A-A00391859E14}"/>
              </a:ext>
            </a:extLst>
          </p:cNvPr>
          <p:cNvPicPr>
            <a:picLocks noChangeAspect="1"/>
          </p:cNvPicPr>
          <p:nvPr/>
        </p:nvPicPr>
        <p:blipFill>
          <a:blip r:embed="rId5"/>
          <a:stretch>
            <a:fillRect/>
          </a:stretch>
        </p:blipFill>
        <p:spPr>
          <a:xfrm>
            <a:off x="4637968" y="127819"/>
            <a:ext cx="7514142" cy="6221148"/>
          </a:xfrm>
          <a:prstGeom prst="rect">
            <a:avLst/>
          </a:prstGeom>
        </p:spPr>
      </p:pic>
    </p:spTree>
    <p:extLst>
      <p:ext uri="{BB962C8B-B14F-4D97-AF65-F5344CB8AC3E}">
        <p14:creationId xmlns:p14="http://schemas.microsoft.com/office/powerpoint/2010/main" val="1419040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DD379-3EE7-0A63-B611-7808DE695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4A164-9DA7-A2F0-3A5F-E451CB433087}"/>
              </a:ext>
            </a:extLst>
          </p:cNvPr>
          <p:cNvSpPr>
            <a:spLocks noGrp="1"/>
          </p:cNvSpPr>
          <p:nvPr>
            <p:ph type="title"/>
          </p:nvPr>
        </p:nvSpPr>
        <p:spPr/>
        <p:txBody>
          <a:bodyPr/>
          <a:lstStyle/>
          <a:p>
            <a:r>
              <a:rPr lang="en-US" dirty="0"/>
              <a:t>Data Dictionary</a:t>
            </a:r>
          </a:p>
        </p:txBody>
      </p:sp>
      <p:sp>
        <p:nvSpPr>
          <p:cNvPr id="16" name="Content Placeholder 4">
            <a:extLst>
              <a:ext uri="{FF2B5EF4-FFF2-40B4-BE49-F238E27FC236}">
                <a16:creationId xmlns:a16="http://schemas.microsoft.com/office/drawing/2014/main" id="{9BBAE354-640C-00A4-A048-EEFEE6EA8456}"/>
              </a:ext>
            </a:extLst>
          </p:cNvPr>
          <p:cNvSpPr>
            <a:spLocks noGrp="1"/>
          </p:cNvSpPr>
          <p:nvPr>
            <p:ph idx="1"/>
          </p:nvPr>
        </p:nvSpPr>
        <p:spPr>
          <a:xfrm>
            <a:off x="609600" y="1166018"/>
            <a:ext cx="4176560" cy="4525963"/>
          </a:xfrm>
        </p:spPr>
        <p:txBody>
          <a:bodyPr>
            <a:normAutofit/>
          </a:bodyPr>
          <a:lstStyle/>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Organize data in Property Sets</a:t>
            </a:r>
          </a:p>
        </p:txBody>
      </p:sp>
      <p:sp>
        <p:nvSpPr>
          <p:cNvPr id="3" name="Slide Number Placeholder 2">
            <a:extLst>
              <a:ext uri="{FF2B5EF4-FFF2-40B4-BE49-F238E27FC236}">
                <a16:creationId xmlns:a16="http://schemas.microsoft.com/office/drawing/2014/main" id="{AF128B3D-E6E8-6B37-8CC8-65F4BAA3D79E}"/>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7" name="Content Placeholder 4">
            <a:extLst>
              <a:ext uri="{FF2B5EF4-FFF2-40B4-BE49-F238E27FC236}">
                <a16:creationId xmlns:a16="http://schemas.microsoft.com/office/drawing/2014/main" id="{AA99175C-1335-9650-8FE4-895576829016}"/>
              </a:ext>
            </a:extLst>
          </p:cNvPr>
          <p:cNvSpPr txBox="1">
            <a:spLocks/>
          </p:cNvSpPr>
          <p:nvPr/>
        </p:nvSpPr>
        <p:spPr>
          <a:xfrm>
            <a:off x="1148464" y="5009927"/>
            <a:ext cx="2995460" cy="1272381"/>
          </a:xfrm>
          <a:prstGeom prst="rect">
            <a:avLst/>
          </a:prstGeom>
        </p:spPr>
        <p:txBody>
          <a:bodyPr>
            <a:normAutofit/>
          </a:bodyPr>
          <a:lstStyle>
            <a:lvl1pPr marL="343757" indent="-343757"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1pPr>
            <a:lvl2pPr marL="744807" indent="-286464"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2pPr>
            <a:lvl3pPr marL="1145858" indent="-229172"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3pPr>
            <a:lvl4pPr marL="1604201" indent="-229172"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4pPr>
            <a:lvl5pPr marL="2062544" indent="-229172" algn="l" defTabSz="458343" rtl="0" eaLnBrk="0" fontAlgn="base" hangingPunct="0">
              <a:spcBef>
                <a:spcPct val="20000"/>
              </a:spcBef>
              <a:spcAft>
                <a:spcPct val="0"/>
              </a:spcAft>
              <a:buFont typeface="Arial" charset="0"/>
              <a:buChar char="»"/>
              <a:defRPr sz="1604" kern="1200">
                <a:solidFill>
                  <a:schemeClr val="tx1"/>
                </a:solidFill>
                <a:latin typeface="+mn-lt"/>
                <a:ea typeface="+mn-ea"/>
                <a:cs typeface="+mn-cs"/>
              </a:defRPr>
            </a:lvl5pPr>
            <a:lvl6pPr marL="2520887" indent="-229172" algn="l" defTabSz="458343" rtl="0" eaLnBrk="1" latinLnBrk="0" hangingPunct="1">
              <a:spcBef>
                <a:spcPct val="20000"/>
              </a:spcBef>
              <a:buFont typeface="Arial"/>
              <a:buChar char="•"/>
              <a:defRPr sz="2005" kern="1200">
                <a:solidFill>
                  <a:schemeClr val="tx1"/>
                </a:solidFill>
                <a:latin typeface="+mn-lt"/>
                <a:ea typeface="+mn-ea"/>
                <a:cs typeface="+mn-cs"/>
              </a:defRPr>
            </a:lvl6pPr>
            <a:lvl7pPr marL="2979230" indent="-229172" algn="l" defTabSz="458343" rtl="0" eaLnBrk="1" latinLnBrk="0" hangingPunct="1">
              <a:spcBef>
                <a:spcPct val="20000"/>
              </a:spcBef>
              <a:buFont typeface="Arial"/>
              <a:buChar char="•"/>
              <a:defRPr sz="2005" kern="1200">
                <a:solidFill>
                  <a:schemeClr val="tx1"/>
                </a:solidFill>
                <a:latin typeface="+mn-lt"/>
                <a:ea typeface="+mn-ea"/>
                <a:cs typeface="+mn-cs"/>
              </a:defRPr>
            </a:lvl7pPr>
            <a:lvl8pPr marL="3437573" indent="-229172" algn="l" defTabSz="458343" rtl="0" eaLnBrk="1" latinLnBrk="0" hangingPunct="1">
              <a:spcBef>
                <a:spcPct val="20000"/>
              </a:spcBef>
              <a:buFont typeface="Arial"/>
              <a:buChar char="•"/>
              <a:defRPr sz="2005" kern="1200">
                <a:solidFill>
                  <a:schemeClr val="tx1"/>
                </a:solidFill>
                <a:latin typeface="+mn-lt"/>
                <a:ea typeface="+mn-ea"/>
                <a:cs typeface="+mn-cs"/>
              </a:defRPr>
            </a:lvl8pPr>
            <a:lvl9pPr marL="3895916" indent="-229172" algn="l" defTabSz="458343" rtl="0" eaLnBrk="1" latinLnBrk="0" hangingPunct="1">
              <a:spcBef>
                <a:spcPct val="20000"/>
              </a:spcBef>
              <a:buFont typeface="Arial"/>
              <a:buChar char="•"/>
              <a:defRPr sz="2005" kern="1200">
                <a:solidFill>
                  <a:schemeClr val="tx1"/>
                </a:solidFill>
                <a:latin typeface="+mn-lt"/>
                <a:ea typeface="+mn-ea"/>
                <a:cs typeface="+mn-cs"/>
              </a:defRPr>
            </a:lvl9pPr>
          </a:lstStyle>
          <a:p>
            <a:pPr marL="0" indent="0">
              <a:buFont typeface="Arial" charset="0"/>
              <a:buNone/>
            </a:pPr>
            <a:r>
              <a:rPr lang="en-US" sz="2400" dirty="0">
                <a:latin typeface="Arial" panose="020B0604020202020204" pitchFamily="34" charset="0"/>
                <a:ea typeface="Calibri" panose="020F0502020204030204" pitchFamily="34" charset="0"/>
                <a:cs typeface="Arial" panose="020B0604020202020204" pitchFamily="34" charset="0"/>
                <a:hlinkClick r:id="rId3"/>
              </a:rPr>
              <a:t>https://search.bsdd.buildingsmart.org/uri/wsdot/wsdotsigns/</a:t>
            </a:r>
            <a:endParaRPr lang="en-US" sz="2400" dirty="0">
              <a:latin typeface="Arial" panose="020B0604020202020204" pitchFamily="34" charset="0"/>
              <a:ea typeface="Calibri" panose="020F05020202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019DC75-CE81-DD02-3C7C-263BB219EF88}"/>
              </a:ext>
            </a:extLst>
          </p:cNvPr>
          <p:cNvPicPr>
            <a:picLocks noChangeAspect="1"/>
          </p:cNvPicPr>
          <p:nvPr/>
        </p:nvPicPr>
        <p:blipFill>
          <a:blip r:embed="rId4"/>
          <a:stretch>
            <a:fillRect/>
          </a:stretch>
        </p:blipFill>
        <p:spPr>
          <a:xfrm>
            <a:off x="1200149" y="2117838"/>
            <a:ext cx="2892089" cy="2892089"/>
          </a:xfrm>
          <a:prstGeom prst="rect">
            <a:avLst/>
          </a:prstGeom>
        </p:spPr>
      </p:pic>
      <p:pic>
        <p:nvPicPr>
          <p:cNvPr id="5" name="Picture 4">
            <a:extLst>
              <a:ext uri="{FF2B5EF4-FFF2-40B4-BE49-F238E27FC236}">
                <a16:creationId xmlns:a16="http://schemas.microsoft.com/office/drawing/2014/main" id="{61E0E3DC-0D2C-BC61-46DB-592F3EA142B4}"/>
              </a:ext>
            </a:extLst>
          </p:cNvPr>
          <p:cNvPicPr>
            <a:picLocks noChangeAspect="1"/>
          </p:cNvPicPr>
          <p:nvPr/>
        </p:nvPicPr>
        <p:blipFill>
          <a:blip r:embed="rId5"/>
          <a:stretch>
            <a:fillRect/>
          </a:stretch>
        </p:blipFill>
        <p:spPr>
          <a:xfrm>
            <a:off x="4754280" y="176921"/>
            <a:ext cx="7366984" cy="6105387"/>
          </a:xfrm>
          <a:prstGeom prst="rect">
            <a:avLst/>
          </a:prstGeom>
        </p:spPr>
      </p:pic>
    </p:spTree>
    <p:extLst>
      <p:ext uri="{BB962C8B-B14F-4D97-AF65-F5344CB8AC3E}">
        <p14:creationId xmlns:p14="http://schemas.microsoft.com/office/powerpoint/2010/main" val="225561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91FFB-94C1-AC2B-AF39-29B513F5B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E55E8-A311-1718-ADBD-F0D88FC18686}"/>
              </a:ext>
            </a:extLst>
          </p:cNvPr>
          <p:cNvSpPr>
            <a:spLocks noGrp="1"/>
          </p:cNvSpPr>
          <p:nvPr>
            <p:ph type="title"/>
          </p:nvPr>
        </p:nvSpPr>
        <p:spPr/>
        <p:txBody>
          <a:bodyPr/>
          <a:lstStyle/>
          <a:p>
            <a:r>
              <a:rPr lang="en-US"/>
              <a:t>Process</a:t>
            </a:r>
            <a:endParaRPr lang="en-US" dirty="0"/>
          </a:p>
        </p:txBody>
      </p:sp>
      <p:sp>
        <p:nvSpPr>
          <p:cNvPr id="16" name="Content Placeholder 4">
            <a:extLst>
              <a:ext uri="{FF2B5EF4-FFF2-40B4-BE49-F238E27FC236}">
                <a16:creationId xmlns:a16="http://schemas.microsoft.com/office/drawing/2014/main" id="{0510CB61-215B-1F1F-649D-AD1EEE8DD6B9}"/>
              </a:ext>
            </a:extLst>
          </p:cNvPr>
          <p:cNvSpPr>
            <a:spLocks noGrp="1"/>
          </p:cNvSpPr>
          <p:nvPr>
            <p:ph idx="1"/>
          </p:nvPr>
        </p:nvSpPr>
        <p:spPr>
          <a:xfrm>
            <a:off x="609600" y="1166018"/>
            <a:ext cx="10972800" cy="4525963"/>
          </a:xfrm>
        </p:spPr>
        <p:txBody>
          <a:bodyPr>
            <a:normAutofit/>
          </a:bodyPr>
          <a:lstStyle/>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Create </a:t>
            </a:r>
            <a:r>
              <a:rPr lang="en-US" sz="2400" dirty="0" err="1">
                <a:latin typeface="Arial" panose="020B0604020202020204" pitchFamily="34" charset="0"/>
                <a:ea typeface="Calibri" panose="020F0502020204030204" pitchFamily="34" charset="0"/>
                <a:cs typeface="Arial" panose="020B0604020202020204" pitchFamily="34" charset="0"/>
                <a:hlinkClick r:id="rId3"/>
              </a:rPr>
              <a:t>bSDD</a:t>
            </a:r>
            <a:r>
              <a:rPr lang="en-US" sz="2400" dirty="0">
                <a:latin typeface="Arial" panose="020B0604020202020204" pitchFamily="34" charset="0"/>
                <a:ea typeface="Calibri" panose="020F0502020204030204" pitchFamily="34" charset="0"/>
                <a:cs typeface="Arial" panose="020B0604020202020204" pitchFamily="34" charset="0"/>
                <a:hlinkClick r:id="rId3"/>
              </a:rPr>
              <a:t> organization </a:t>
            </a:r>
            <a:endParaRPr lang="en-US" sz="2400" dirty="0">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Fill out </a:t>
            </a:r>
            <a:r>
              <a:rPr lang="en-US" sz="2400" dirty="0">
                <a:latin typeface="Arial" panose="020B0604020202020204" pitchFamily="34" charset="0"/>
                <a:ea typeface="Calibri" panose="020F0502020204030204" pitchFamily="34" charset="0"/>
                <a:cs typeface="Arial" panose="020B0604020202020204" pitchFamily="34" charset="0"/>
                <a:hlinkClick r:id="rId4"/>
              </a:rPr>
              <a:t>Excel template</a:t>
            </a:r>
            <a:endParaRPr lang="en-US" sz="2400" dirty="0">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Run Python script </a:t>
            </a:r>
            <a:r>
              <a:rPr lang="en-US" sz="2400" dirty="0">
                <a:latin typeface="Arial" panose="020B0604020202020204" pitchFamily="34" charset="0"/>
                <a:ea typeface="Calibri" panose="020F0502020204030204" pitchFamily="34" charset="0"/>
                <a:cs typeface="Arial" panose="020B0604020202020204" pitchFamily="34" charset="0"/>
                <a:hlinkClick r:id="rId4"/>
              </a:rPr>
              <a:t>(Excel2bSSD_converter.py)</a:t>
            </a:r>
            <a:endParaRPr lang="en-US" sz="2400" dirty="0">
              <a:latin typeface="Arial" panose="020B0604020202020204" pitchFamily="34" charset="0"/>
              <a:ea typeface="Calibri" panose="020F0502020204030204" pitchFamily="34" charset="0"/>
              <a:cs typeface="Arial" panose="020B0604020202020204" pitchFamily="34" charset="0"/>
            </a:endParaRPr>
          </a:p>
          <a:p>
            <a:pPr marL="569214" lvl="1" indent="-285750"/>
            <a:r>
              <a:rPr lang="en-US" sz="2400" dirty="0">
                <a:latin typeface="Arial" panose="020B0604020202020204" pitchFamily="34" charset="0"/>
                <a:ea typeface="Calibri" panose="020F0502020204030204" pitchFamily="34" charset="0"/>
                <a:cs typeface="Arial" panose="020B0604020202020204" pitchFamily="34" charset="0"/>
              </a:rPr>
              <a:t>Using the following files -------------------------- &gt;</a:t>
            </a:r>
          </a:p>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Generate JSON </a:t>
            </a:r>
            <a:r>
              <a:rPr lang="en-US" sz="2400" i="1" dirty="0">
                <a:latin typeface="Arial" panose="020B0604020202020204" pitchFamily="34" charset="0"/>
                <a:ea typeface="Calibri" panose="020F0502020204030204" pitchFamily="34" charset="0"/>
                <a:cs typeface="Arial" panose="020B0604020202020204" pitchFamily="34" charset="0"/>
              </a:rPr>
              <a:t>(</a:t>
            </a:r>
            <a:r>
              <a:rPr lang="en-US" sz="2400" i="1" dirty="0" err="1">
                <a:latin typeface="Arial" panose="020B0604020202020204" pitchFamily="34" charset="0"/>
                <a:ea typeface="Calibri" panose="020F0502020204030204" pitchFamily="34" charset="0"/>
                <a:cs typeface="Arial" panose="020B0604020202020204" pitchFamily="34" charset="0"/>
              </a:rPr>
              <a:t>Result.json</a:t>
            </a:r>
            <a:r>
              <a:rPr lang="en-US" sz="2400" i="1" dirty="0">
                <a:latin typeface="Arial" panose="020B0604020202020204" pitchFamily="34" charset="0"/>
                <a:ea typeface="Calibri" panose="020F0502020204030204" pitchFamily="34" charset="0"/>
                <a:cs typeface="Arial" panose="020B0604020202020204" pitchFamily="34" charset="0"/>
              </a:rPr>
              <a:t>)</a:t>
            </a:r>
            <a:endParaRPr lang="en-US" sz="2400" dirty="0">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Validate JSON using </a:t>
            </a:r>
            <a:r>
              <a:rPr lang="en-US" sz="2400" dirty="0" err="1">
                <a:latin typeface="Arial" panose="020B0604020202020204" pitchFamily="34" charset="0"/>
                <a:ea typeface="Calibri" panose="020F0502020204030204" pitchFamily="34" charset="0"/>
                <a:cs typeface="Arial" panose="020B0604020202020204" pitchFamily="34" charset="0"/>
              </a:rPr>
              <a:t>bsDD</a:t>
            </a:r>
            <a:r>
              <a:rPr lang="en-US" sz="2400" dirty="0">
                <a:latin typeface="Arial" panose="020B0604020202020204" pitchFamily="34" charset="0"/>
                <a:ea typeface="Calibri" panose="020F0502020204030204" pitchFamily="34" charset="0"/>
                <a:cs typeface="Arial" panose="020B0604020202020204" pitchFamily="34" charset="0"/>
              </a:rPr>
              <a:t> import model </a:t>
            </a:r>
            <a:r>
              <a:rPr lang="en-US" sz="2400" i="1" dirty="0">
                <a:latin typeface="Arial" panose="020B0604020202020204" pitchFamily="34" charset="0"/>
                <a:ea typeface="Calibri" panose="020F0502020204030204" pitchFamily="34" charset="0"/>
                <a:cs typeface="Arial" panose="020B0604020202020204" pitchFamily="34" charset="0"/>
                <a:hlinkClick r:id="rId4"/>
              </a:rPr>
              <a:t>(</a:t>
            </a:r>
            <a:r>
              <a:rPr lang="en-US" sz="2400" i="1" dirty="0" err="1">
                <a:latin typeface="Arial" panose="020B0604020202020204" pitchFamily="34" charset="0"/>
                <a:ea typeface="Calibri" panose="020F0502020204030204" pitchFamily="34" charset="0"/>
                <a:cs typeface="Arial" panose="020B0604020202020204" pitchFamily="34" charset="0"/>
                <a:hlinkClick r:id="rId4"/>
              </a:rPr>
              <a:t>bsdd</a:t>
            </a:r>
            <a:r>
              <a:rPr lang="en-US" sz="2400" i="1" dirty="0">
                <a:latin typeface="Arial" panose="020B0604020202020204" pitchFamily="34" charset="0"/>
                <a:ea typeface="Calibri" panose="020F0502020204030204" pitchFamily="34" charset="0"/>
                <a:cs typeface="Arial" panose="020B0604020202020204" pitchFamily="34" charset="0"/>
                <a:hlinkClick r:id="rId4"/>
              </a:rPr>
              <a:t>-import-</a:t>
            </a:r>
            <a:r>
              <a:rPr lang="en-US" sz="2400" i="1" dirty="0" err="1">
                <a:latin typeface="Arial" panose="020B0604020202020204" pitchFamily="34" charset="0"/>
                <a:ea typeface="Calibri" panose="020F0502020204030204" pitchFamily="34" charset="0"/>
                <a:cs typeface="Arial" panose="020B0604020202020204" pitchFamily="34" charset="0"/>
                <a:hlinkClick r:id="rId4"/>
              </a:rPr>
              <a:t>model.json</a:t>
            </a:r>
            <a:r>
              <a:rPr lang="en-US" sz="2400" i="1" dirty="0">
                <a:latin typeface="Arial" panose="020B0604020202020204" pitchFamily="34" charset="0"/>
                <a:ea typeface="Calibri" panose="020F0502020204030204" pitchFamily="34" charset="0"/>
                <a:cs typeface="Arial" panose="020B0604020202020204" pitchFamily="34" charset="0"/>
                <a:hlinkClick r:id="rId4"/>
              </a:rPr>
              <a:t>)</a:t>
            </a:r>
            <a:endParaRPr lang="en-US" sz="2400" dirty="0">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ea typeface="Calibri" panose="020F0502020204030204" pitchFamily="34" charset="0"/>
                <a:cs typeface="Arial" panose="020B0604020202020204" pitchFamily="34" charset="0"/>
              </a:rPr>
              <a:t>Upload to manage.bsdd.buildingsmart.org</a:t>
            </a:r>
          </a:p>
          <a:p>
            <a:pPr marL="285750" indent="-285750">
              <a:buFont typeface="Arial" panose="020B0604020202020204" pitchFamily="34" charset="0"/>
              <a:buChar char="•"/>
            </a:pPr>
            <a:endParaRPr lang="en-US" sz="2400" dirty="0">
              <a:latin typeface="Arial" panose="020B0604020202020204" pitchFamily="34" charset="0"/>
              <a:ea typeface="Calibri" panose="020F050202020403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67A1F804-D508-FD3B-A746-BB97CE7879AA}"/>
              </a:ext>
            </a:extLst>
          </p:cNvPr>
          <p:cNvSpPr>
            <a:spLocks noGrp="1"/>
          </p:cNvSpPr>
          <p:nvPr>
            <p:ph type="sldNum" sz="quarter" idx="12"/>
          </p:nvPr>
        </p:nvSpPr>
        <p:spPr/>
        <p:txBody>
          <a:bodyPr/>
          <a:lstStyle/>
          <a:p>
            <a:fld id="{48F63A3B-78C7-47BE-AE5E-E10140E04643}" type="slidenum">
              <a:rPr lang="en-US" smtClean="0"/>
              <a:pPr/>
              <a:t>9</a:t>
            </a:fld>
            <a:endParaRPr lang="en-US" dirty="0"/>
          </a:p>
        </p:txBody>
      </p:sp>
      <p:pic>
        <p:nvPicPr>
          <p:cNvPr id="5" name="Picture 4">
            <a:extLst>
              <a:ext uri="{FF2B5EF4-FFF2-40B4-BE49-F238E27FC236}">
                <a16:creationId xmlns:a16="http://schemas.microsoft.com/office/drawing/2014/main" id="{F5DBCC05-0120-DC77-41CF-38B52B31E535}"/>
              </a:ext>
            </a:extLst>
          </p:cNvPr>
          <p:cNvPicPr>
            <a:picLocks noChangeAspect="1"/>
          </p:cNvPicPr>
          <p:nvPr/>
        </p:nvPicPr>
        <p:blipFill>
          <a:blip r:embed="rId5"/>
          <a:stretch>
            <a:fillRect/>
          </a:stretch>
        </p:blipFill>
        <p:spPr>
          <a:xfrm>
            <a:off x="7529011" y="1166018"/>
            <a:ext cx="3240589" cy="2135842"/>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1CC2E3B7-8861-C81F-1D54-B5B94E30DB81}"/>
              </a:ext>
            </a:extLst>
          </p:cNvPr>
          <p:cNvPicPr>
            <a:picLocks noChangeAspect="1"/>
          </p:cNvPicPr>
          <p:nvPr/>
        </p:nvPicPr>
        <p:blipFill>
          <a:blip r:embed="rId6"/>
          <a:stretch>
            <a:fillRect/>
          </a:stretch>
        </p:blipFill>
        <p:spPr>
          <a:xfrm>
            <a:off x="2208783" y="4366562"/>
            <a:ext cx="7138417" cy="194295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48081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road with cars and people on it&#10;&#10;AI-generated content may be incorrect.">
            <a:extLst>
              <a:ext uri="{FF2B5EF4-FFF2-40B4-BE49-F238E27FC236}">
                <a16:creationId xmlns:a16="http://schemas.microsoft.com/office/drawing/2014/main" id="{C49EF75D-631E-6300-F8A5-550499E6DD2A}"/>
              </a:ext>
            </a:extLst>
          </p:cNvPr>
          <p:cNvPicPr>
            <a:picLocks noChangeAspect="1"/>
          </p:cNvPicPr>
          <p:nvPr/>
        </p:nvPicPr>
        <p:blipFill>
          <a:blip r:embed="rId3">
            <a:extLst>
              <a:ext uri="{28A0092B-C50C-407E-A947-70E740481C1C}">
                <a14:useLocalDpi xmlns:a14="http://schemas.microsoft.com/office/drawing/2010/main" val="0"/>
              </a:ext>
            </a:extLst>
          </a:blip>
          <a:srcRect b="12386"/>
          <a:stretch>
            <a:fillRect/>
          </a:stretch>
        </p:blipFill>
        <p:spPr>
          <a:xfrm>
            <a:off x="112592" y="112142"/>
            <a:ext cx="11966816" cy="6177401"/>
          </a:xfrm>
          <a:prstGeom prst="rect">
            <a:avLst/>
          </a:prstGeom>
        </p:spPr>
      </p:pic>
      <p:grpSp>
        <p:nvGrpSpPr>
          <p:cNvPr id="153" name="Group"/>
          <p:cNvGrpSpPr/>
          <p:nvPr/>
        </p:nvGrpSpPr>
        <p:grpSpPr>
          <a:xfrm>
            <a:off x="2658269" y="1879076"/>
            <a:ext cx="8677126" cy="3892934"/>
            <a:chOff x="2011768" y="167731"/>
            <a:chExt cx="8677126" cy="3892932"/>
          </a:xfrm>
        </p:grpSpPr>
        <p:sp>
          <p:nvSpPr>
            <p:cNvPr id="146" name="TextBox 7"/>
            <p:cNvSpPr txBox="1"/>
            <p:nvPr/>
          </p:nvSpPr>
          <p:spPr>
            <a:xfrm>
              <a:off x="5404192" y="167731"/>
              <a:ext cx="3093307" cy="1508102"/>
            </a:xfrm>
            <a:prstGeom prst="rect">
              <a:avLst/>
            </a:prstGeom>
            <a:solidFill>
              <a:schemeClr val="bg1">
                <a:lumMod val="85000"/>
                <a:alpha val="75000"/>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2000" b="1"/>
              </a:pPr>
              <a:r>
                <a:rPr kumimoji="0" lang="en-US" sz="2000" b="1" i="0" u="none" strike="noStrike" kern="0" cap="none" spc="0" normalizeH="0" baseline="0" noProof="0" dirty="0">
                  <a:ln>
                    <a:noFill/>
                  </a:ln>
                  <a:solidFill>
                    <a:srgbClr val="000000"/>
                  </a:solidFill>
                  <a:effectLst/>
                  <a:uLnTx/>
                  <a:uFillTx/>
                  <a:latin typeface="Aptos"/>
                  <a:sym typeface="Aptos"/>
                </a:rPr>
                <a:t>Michael Ross</a:t>
              </a:r>
              <a:endParaRPr kumimoji="0" sz="2000" b="1" i="0" u="none" strike="noStrike" kern="0" cap="none" spc="0" normalizeH="0" baseline="0" noProof="0" dirty="0">
                <a:ln>
                  <a:noFill/>
                </a:ln>
                <a:solidFill>
                  <a:srgbClr val="000000"/>
                </a:solidFill>
                <a:effectLst/>
                <a:uLnTx/>
                <a:uFillTx/>
                <a:latin typeface="Aptos"/>
                <a:sym typeface="Aptos"/>
              </a:endParaRPr>
            </a:p>
            <a:p>
              <a:pPr marL="0" marR="0" lvl="0" indent="0" algn="l" defTabSz="914400" rtl="0" eaLnBrk="1" fontAlgn="auto" latinLnBrk="0" hangingPunct="0">
                <a:lnSpc>
                  <a:spcPct val="100000"/>
                </a:lnSpc>
                <a:spcBef>
                  <a:spcPts val="0"/>
                </a:spcBef>
                <a:spcAft>
                  <a:spcPts val="0"/>
                </a:spcAft>
                <a:buClrTx/>
                <a:buSzTx/>
                <a:buFontTx/>
                <a:buNone/>
                <a:tabLst/>
                <a:defRPr/>
              </a:pPr>
              <a:r>
                <a:rPr lang="en-US" kern="0" dirty="0">
                  <a:solidFill>
                    <a:srgbClr val="000000"/>
                  </a:solidFill>
                  <a:latin typeface="Aptos"/>
                  <a:sym typeface="Aptos"/>
                </a:rPr>
                <a:t>Digital &amp; Data Lead</a:t>
              </a:r>
              <a:br>
                <a:rPr kumimoji="0" sz="1800" b="0" i="0" u="none" strike="noStrike" kern="0" cap="none" spc="0" normalizeH="0" baseline="0" noProof="0" dirty="0">
                  <a:ln>
                    <a:noFill/>
                  </a:ln>
                  <a:solidFill>
                    <a:srgbClr val="000000"/>
                  </a:solidFill>
                  <a:effectLst/>
                  <a:uLnTx/>
                  <a:uFillTx/>
                  <a:latin typeface="Aptos"/>
                  <a:sym typeface="Aptos"/>
                </a:rPr>
              </a:br>
              <a:r>
                <a:rPr kumimoji="0" lang="en-US" sz="1800" b="0" i="0" u="none" strike="noStrike" kern="0" cap="none" spc="0" normalizeH="0" baseline="0" noProof="0" dirty="0">
                  <a:ln>
                    <a:noFill/>
                  </a:ln>
                  <a:solidFill>
                    <a:srgbClr val="000000"/>
                  </a:solidFill>
                  <a:effectLst/>
                  <a:uLnTx/>
                  <a:uFillTx/>
                  <a:latin typeface="Aptos"/>
                  <a:sym typeface="Aptos"/>
                </a:rPr>
                <a:t>Jacobs</a:t>
              </a:r>
              <a:endParaRPr kumimoji="0" sz="1800" b="0" i="0" u="none" strike="noStrike" kern="0" cap="none" spc="0" normalizeH="0" baseline="0" noProof="0" dirty="0">
                <a:ln>
                  <a:noFill/>
                </a:ln>
                <a:solidFill>
                  <a:srgbClr val="000000"/>
                </a:solidFill>
                <a:effectLst/>
                <a:uLnTx/>
                <a:uFillTx/>
                <a:latin typeface="Aptos"/>
                <a:sym typeface="Aptos"/>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ptos"/>
                  <a:sym typeface="Aptos"/>
                </a:rPr>
                <a:t>503-736-4095</a:t>
              </a:r>
              <a:r>
                <a:rPr kumimoji="0" sz="1800" b="0" i="0" u="none" strike="noStrike" kern="0" cap="none" spc="0" normalizeH="0" baseline="0" noProof="0" dirty="0">
                  <a:ln>
                    <a:noFill/>
                  </a:ln>
                  <a:solidFill>
                    <a:srgbClr val="000000"/>
                  </a:solidFill>
                  <a:effectLst/>
                  <a:uLnTx/>
                  <a:uFillTx/>
                  <a:latin typeface="Aptos"/>
                  <a:sym typeface="Aptos"/>
                </a:rPr>
                <a:t> </a:t>
              </a:r>
              <a:r>
                <a:rPr kumimoji="0" lang="en-US" sz="1800" b="0" i="0" u="none" strike="noStrike" kern="0" cap="none" spc="0" normalizeH="0" baseline="0" noProof="0" dirty="0">
                  <a:ln>
                    <a:noFill/>
                  </a:ln>
                  <a:solidFill>
                    <a:srgbClr val="000000"/>
                  </a:solidFill>
                  <a:effectLst/>
                  <a:uLnTx/>
                  <a:uFillTx/>
                  <a:latin typeface="Aptos"/>
                  <a:sym typeface="Aptos"/>
                </a:rPr>
                <a:t>Micahel.Ross10@jacobs.com</a:t>
              </a:r>
              <a:endParaRPr kumimoji="0" sz="1800" b="0" i="0" u="none" strike="noStrike" kern="0" cap="none" spc="0" normalizeH="0" baseline="0" noProof="0" dirty="0">
                <a:ln>
                  <a:noFill/>
                </a:ln>
                <a:solidFill>
                  <a:srgbClr val="000000"/>
                </a:solidFill>
                <a:effectLst/>
                <a:uLnTx/>
                <a:uFillTx/>
                <a:latin typeface="Aptos"/>
                <a:sym typeface="Aptos"/>
              </a:endParaRPr>
            </a:p>
          </p:txBody>
        </p:sp>
        <p:sp>
          <p:nvSpPr>
            <p:cNvPr id="148" name="TextBox 4"/>
            <p:cNvSpPr txBox="1"/>
            <p:nvPr/>
          </p:nvSpPr>
          <p:spPr>
            <a:xfrm>
              <a:off x="2011768" y="2300726"/>
              <a:ext cx="3227625" cy="1508102"/>
            </a:xfrm>
            <a:prstGeom prst="rect">
              <a:avLst/>
            </a:prstGeom>
            <a:solidFill>
              <a:schemeClr val="bg1">
                <a:lumMod val="85000"/>
                <a:alpha val="75000"/>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2000" b="1"/>
              </a:pPr>
              <a:r>
                <a:rPr kumimoji="0" lang="en-US" sz="2000" b="1" i="0" u="none" strike="noStrike" kern="0" cap="none" spc="0" normalizeH="0" baseline="0" noProof="0">
                  <a:ln>
                    <a:noFill/>
                  </a:ln>
                  <a:solidFill>
                    <a:srgbClr val="000000"/>
                  </a:solidFill>
                  <a:effectLst/>
                  <a:uLnTx/>
                  <a:uFillTx/>
                  <a:latin typeface="Aptos"/>
                  <a:sym typeface="Aptos"/>
                </a:rPr>
                <a:t>Jim Mahugh</a:t>
              </a:r>
              <a:endParaRPr kumimoji="0" sz="2000" b="1" i="0" u="none" strike="noStrike" kern="0" cap="none" spc="0" normalizeH="0" baseline="0" noProof="0">
                <a:ln>
                  <a:noFill/>
                </a:ln>
                <a:solidFill>
                  <a:srgbClr val="000000"/>
                </a:solidFill>
                <a:effectLst/>
                <a:uLnTx/>
                <a:uFillTx/>
                <a:latin typeface="Aptos"/>
                <a:sym typeface="Aptos"/>
              </a:endParaRPr>
            </a:p>
            <a:p>
              <a:pPr lvl="0" hangingPunct="0"/>
              <a:r>
                <a:rPr lang="en-US" kern="0">
                  <a:solidFill>
                    <a:srgbClr val="000000"/>
                  </a:solidFill>
                  <a:latin typeface="Aptos"/>
                  <a:sym typeface="Aptos"/>
                </a:rPr>
                <a:t>Digital Delivery Lead</a:t>
              </a:r>
              <a:br>
                <a:rPr kumimoji="0" sz="1800" b="0" i="0" u="none" strike="noStrike" kern="0" cap="none" spc="0" normalizeH="0" baseline="0" noProof="0">
                  <a:ln>
                    <a:noFill/>
                  </a:ln>
                  <a:solidFill>
                    <a:srgbClr val="000000"/>
                  </a:solidFill>
                  <a:effectLst/>
                  <a:uLnTx/>
                  <a:uFillTx/>
                  <a:latin typeface="Aptos"/>
                  <a:sym typeface="Aptos"/>
                </a:rPr>
              </a:br>
              <a:r>
                <a:rPr kumimoji="0" lang="en-US" sz="1800" b="0" i="0" u="none" strike="noStrike" kern="0" cap="none" spc="0" normalizeH="0" baseline="0" noProof="0">
                  <a:ln>
                    <a:noFill/>
                  </a:ln>
                  <a:solidFill>
                    <a:srgbClr val="000000"/>
                  </a:solidFill>
                  <a:effectLst/>
                  <a:uLnTx/>
                  <a:uFillTx/>
                  <a:latin typeface="Aptos"/>
                  <a:sym typeface="Aptos"/>
                </a:rPr>
                <a:t>Washington State</a:t>
              </a:r>
              <a:r>
                <a:rPr kumimoji="0" sz="1800" b="0" i="0" u="none" strike="noStrike" kern="0" cap="none" spc="0" normalizeH="0" baseline="0" noProof="0">
                  <a:ln>
                    <a:noFill/>
                  </a:ln>
                  <a:solidFill>
                    <a:srgbClr val="000000"/>
                  </a:solidFill>
                  <a:effectLst/>
                  <a:uLnTx/>
                  <a:uFillTx/>
                  <a:latin typeface="Aptos"/>
                  <a:sym typeface="Aptos"/>
                </a:rPr>
                <a:t> </a:t>
              </a:r>
              <a:r>
                <a:rPr kumimoji="0" lang="en-US" sz="1800" b="0" i="0" u="none" strike="noStrike" kern="0" cap="none" spc="0" normalizeH="0" baseline="0" noProof="0">
                  <a:ln>
                    <a:noFill/>
                  </a:ln>
                  <a:solidFill>
                    <a:srgbClr val="000000"/>
                  </a:solidFill>
                  <a:effectLst/>
                  <a:uLnTx/>
                  <a:uFillTx/>
                  <a:latin typeface="Aptos"/>
                  <a:sym typeface="Aptos"/>
                </a:rPr>
                <a:t>DOT</a:t>
              </a:r>
            </a:p>
            <a:p>
              <a:pPr lvl="0" hangingPunct="0"/>
              <a:r>
                <a:rPr lang="en-US" kern="0">
                  <a:solidFill>
                    <a:srgbClr val="000000"/>
                  </a:solidFill>
                  <a:latin typeface="Aptos"/>
                </a:rPr>
                <a:t>360-705-7245</a:t>
              </a:r>
              <a:endParaRPr kern="0">
                <a:solidFill>
                  <a:srgbClr val="000000"/>
                </a:solidFill>
                <a:latin typeface="Aptos"/>
                <a:sym typeface="Aptos"/>
              </a:endParaRPr>
            </a:p>
            <a:p>
              <a:pPr lvl="0" hangingPunct="0"/>
              <a:r>
                <a:rPr lang="en-US" kern="0">
                  <a:solidFill>
                    <a:srgbClr val="000000"/>
                  </a:solidFill>
                  <a:latin typeface="Aptos"/>
                  <a:sym typeface="Aptos"/>
                </a:rPr>
                <a:t>Jim.Mahugh@wsdot.wa.gov</a:t>
              </a:r>
              <a:endParaRPr kumimoji="0" sz="1800" b="0" i="0" u="none" strike="noStrike" kern="0" cap="none" spc="0" normalizeH="0" baseline="0" noProof="0">
                <a:ln>
                  <a:noFill/>
                </a:ln>
                <a:solidFill>
                  <a:srgbClr val="000000"/>
                </a:solidFill>
                <a:effectLst/>
                <a:uLnTx/>
                <a:uFillTx/>
                <a:latin typeface="Aptos"/>
                <a:sym typeface="Aptos"/>
              </a:endParaRPr>
            </a:p>
          </p:txBody>
        </p:sp>
        <p:sp>
          <p:nvSpPr>
            <p:cNvPr id="152" name="TextBox 12"/>
            <p:cNvSpPr txBox="1"/>
            <p:nvPr/>
          </p:nvSpPr>
          <p:spPr>
            <a:xfrm>
              <a:off x="7461268" y="1998563"/>
              <a:ext cx="3227626" cy="2062100"/>
            </a:xfrm>
            <a:prstGeom prst="rect">
              <a:avLst/>
            </a:prstGeom>
            <a:solidFill>
              <a:schemeClr val="bg1">
                <a:lumMod val="85000"/>
                <a:alpha val="75000"/>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2000" b="1"/>
              </a:pPr>
              <a:r>
                <a:rPr kumimoji="0" lang="en-US" sz="2000" b="1" i="0" u="none" strike="noStrike" kern="0" cap="none" spc="0" normalizeH="0" baseline="0" noProof="0">
                  <a:ln>
                    <a:noFill/>
                  </a:ln>
                  <a:solidFill>
                    <a:srgbClr val="000000"/>
                  </a:solidFill>
                  <a:effectLst/>
                  <a:uLnTx/>
                  <a:uFillTx/>
                  <a:latin typeface="Aptos"/>
                  <a:sym typeface="Aptos"/>
                </a:rPr>
                <a:t>Doug Howe</a:t>
              </a:r>
              <a:endParaRPr kumimoji="0" sz="2000" b="1" i="0" u="none" strike="noStrike" kern="0" cap="none" spc="0" normalizeH="0" baseline="0" noProof="0">
                <a:ln>
                  <a:noFill/>
                </a:ln>
                <a:solidFill>
                  <a:srgbClr val="000000"/>
                </a:solidFill>
                <a:effectLst/>
                <a:uLnTx/>
                <a:uFillTx/>
                <a:latin typeface="Aptos"/>
                <a:sym typeface="Aptos"/>
              </a:endParaRPr>
            </a:p>
            <a:p>
              <a:pPr hangingPunct="0">
                <a:defRPr/>
              </a:pPr>
              <a:r>
                <a:rPr lang="en-US" kern="0">
                  <a:solidFill>
                    <a:srgbClr val="000000"/>
                  </a:solidFill>
                  <a:latin typeface="Aptos"/>
                  <a:sym typeface="Aptos"/>
                </a:rPr>
                <a:t>Americas Geospatial Technical Excellence Leader &amp; Northwest</a:t>
              </a:r>
              <a:r>
                <a:rPr kumimoji="0" lang="en-US" sz="1800" b="0" i="0" u="none" strike="noStrike" kern="0" cap="none" spc="0" normalizeH="0" baseline="0" noProof="0">
                  <a:ln>
                    <a:noFill/>
                  </a:ln>
                  <a:solidFill>
                    <a:srgbClr val="000000"/>
                  </a:solidFill>
                  <a:effectLst/>
                  <a:uLnTx/>
                  <a:uFillTx/>
                  <a:latin typeface="Aptos"/>
                  <a:sym typeface="Aptos"/>
                </a:rPr>
                <a:t> Geospatial Group Leader </a:t>
              </a:r>
              <a:br>
                <a:rPr sz="1800" b="0" i="0" u="none" strike="noStrike" kern="0" cap="none" spc="0" normalizeH="0" baseline="0" noProof="0">
                  <a:ln>
                    <a:noFill/>
                  </a:ln>
                  <a:effectLst/>
                  <a:uLnTx/>
                  <a:uFillTx/>
                  <a:latin typeface="Aptos"/>
                </a:rPr>
              </a:br>
              <a:r>
                <a:rPr kumimoji="0" lang="en-US" sz="1800" b="0" i="0" u="none" strike="noStrike" kern="0" cap="none" spc="0" normalizeH="0" baseline="0" noProof="0">
                  <a:ln>
                    <a:noFill/>
                  </a:ln>
                  <a:solidFill>
                    <a:srgbClr val="000000"/>
                  </a:solidFill>
                  <a:effectLst/>
                  <a:uLnTx/>
                  <a:uFillTx/>
                  <a:latin typeface="Aptos"/>
                  <a:sym typeface="Aptos"/>
                </a:rPr>
                <a:t>Jacobs</a:t>
              </a:r>
              <a:endParaRPr kumimoji="0" sz="1800" b="0" i="0" u="none" strike="noStrike" kern="0" cap="none" spc="0" normalizeH="0" baseline="0" noProof="0">
                <a:ln>
                  <a:noFill/>
                </a:ln>
                <a:solidFill>
                  <a:srgbClr val="000000"/>
                </a:solidFill>
                <a:effectLst/>
                <a:uLnTx/>
                <a:uFillTx/>
                <a:latin typeface="Aptos"/>
                <a:sym typeface="Aptos"/>
              </a:endParaRPr>
            </a:p>
            <a:p>
              <a:pPr lvl="0" hangingPunct="0"/>
              <a:r>
                <a:rPr kumimoji="0" lang="en-US" sz="1800" b="0" i="0" u="none" strike="noStrike" kern="0" cap="none" spc="0" normalizeH="0" baseline="0" noProof="0">
                  <a:ln>
                    <a:noFill/>
                  </a:ln>
                  <a:solidFill>
                    <a:srgbClr val="000000"/>
                  </a:solidFill>
                  <a:effectLst/>
                  <a:uLnTx/>
                  <a:uFillTx/>
                  <a:latin typeface="Aptos"/>
                  <a:sym typeface="Aptos"/>
                </a:rPr>
                <a:t>720</a:t>
              </a:r>
              <a:r>
                <a:rPr kumimoji="0" sz="1800" b="0" i="0" u="none" strike="noStrike" kern="0" cap="none" spc="0" normalizeH="0" baseline="0" noProof="0">
                  <a:ln>
                    <a:noFill/>
                  </a:ln>
                  <a:solidFill>
                    <a:srgbClr val="000000"/>
                  </a:solidFill>
                  <a:effectLst/>
                  <a:uLnTx/>
                  <a:uFillTx/>
                  <a:latin typeface="Aptos"/>
                  <a:sym typeface="Aptos"/>
                </a:rPr>
                <a:t>-</a:t>
              </a:r>
              <a:r>
                <a:rPr kumimoji="0" lang="en-US" sz="1800" b="0" i="0" u="none" strike="noStrike" kern="0" cap="none" spc="0" normalizeH="0" baseline="0" noProof="0">
                  <a:ln>
                    <a:noFill/>
                  </a:ln>
                  <a:solidFill>
                    <a:srgbClr val="000000"/>
                  </a:solidFill>
                  <a:effectLst/>
                  <a:uLnTx/>
                  <a:uFillTx/>
                  <a:latin typeface="Aptos"/>
                  <a:sym typeface="Aptos"/>
                </a:rPr>
                <a:t>276</a:t>
              </a:r>
              <a:r>
                <a:rPr kumimoji="0" sz="1800" b="0" i="0" u="none" strike="noStrike" kern="0" cap="none" spc="0" normalizeH="0" baseline="0" noProof="0">
                  <a:ln>
                    <a:noFill/>
                  </a:ln>
                  <a:solidFill>
                    <a:srgbClr val="000000"/>
                  </a:solidFill>
                  <a:effectLst/>
                  <a:uLnTx/>
                  <a:uFillTx/>
                  <a:latin typeface="Aptos"/>
                  <a:sym typeface="Aptos"/>
                </a:rPr>
                <a:t>-</a:t>
              </a:r>
              <a:r>
                <a:rPr kumimoji="0" lang="en-US" sz="1800" b="0" i="0" u="none" strike="noStrike" kern="0" cap="none" spc="0" normalizeH="0" baseline="0" noProof="0">
                  <a:ln>
                    <a:noFill/>
                  </a:ln>
                  <a:solidFill>
                    <a:srgbClr val="000000"/>
                  </a:solidFill>
                  <a:effectLst/>
                  <a:uLnTx/>
                  <a:uFillTx/>
                  <a:latin typeface="Aptos"/>
                  <a:sym typeface="Aptos"/>
                </a:rPr>
                <a:t>2333 </a:t>
              </a:r>
              <a:r>
                <a:rPr lang="en-US" kern="0">
                  <a:solidFill>
                    <a:srgbClr val="000000"/>
                  </a:solidFill>
                  <a:latin typeface="Aptos"/>
                  <a:sym typeface="Aptos"/>
                </a:rPr>
                <a:t>Doug.Howe@jacobs.com</a:t>
              </a:r>
              <a:endParaRPr kumimoji="0" sz="1800" b="0" i="0" u="none" strike="noStrike" kern="0" cap="none" spc="0" normalizeH="0" baseline="0" noProof="0">
                <a:ln>
                  <a:noFill/>
                </a:ln>
                <a:solidFill>
                  <a:srgbClr val="000000"/>
                </a:solidFill>
                <a:effectLst/>
                <a:uLnTx/>
                <a:uFillTx/>
                <a:latin typeface="Aptos"/>
                <a:sym typeface="Aptos"/>
              </a:endParaRPr>
            </a:p>
          </p:txBody>
        </p:sp>
      </p:grpSp>
      <p:pic>
        <p:nvPicPr>
          <p:cNvPr id="3" name="Picture 2" descr="A person in a suit and tie&#10;&#10;AI-generated content may be incorrect.">
            <a:extLst>
              <a:ext uri="{FF2B5EF4-FFF2-40B4-BE49-F238E27FC236}">
                <a16:creationId xmlns:a16="http://schemas.microsoft.com/office/drawing/2014/main" id="{B8B3B5A7-A5CF-D74A-B160-CB63F54C4F98}"/>
              </a:ext>
            </a:extLst>
          </p:cNvPr>
          <p:cNvPicPr>
            <a:picLocks noChangeAspect="1"/>
          </p:cNvPicPr>
          <p:nvPr/>
        </p:nvPicPr>
        <p:blipFill>
          <a:blip r:embed="rId4" cstate="print">
            <a:extLst>
              <a:ext uri="{28A0092B-C50C-407E-A947-70E740481C1C}">
                <a14:useLocalDpi xmlns:a14="http://schemas.microsoft.com/office/drawing/2010/main" val="0"/>
              </a:ext>
            </a:extLst>
          </a:blip>
          <a:srcRect t="2696" b="32423"/>
          <a:stretch>
            <a:fillRect/>
          </a:stretch>
        </p:blipFill>
        <p:spPr>
          <a:xfrm>
            <a:off x="4038925" y="1740575"/>
            <a:ext cx="1808369" cy="1759943"/>
          </a:xfrm>
          <a:prstGeom prst="rect">
            <a:avLst/>
          </a:prstGeom>
        </p:spPr>
      </p:pic>
      <p:pic>
        <p:nvPicPr>
          <p:cNvPr id="2" name="Picture 1" descr="A person in a suit and tie&#10;&#10;AI-generated content may be incorrect.">
            <a:extLst>
              <a:ext uri="{FF2B5EF4-FFF2-40B4-BE49-F238E27FC236}">
                <a16:creationId xmlns:a16="http://schemas.microsoft.com/office/drawing/2014/main" id="{92652867-DD03-F5BB-EF9E-49CEC7623B1F}"/>
              </a:ext>
            </a:extLst>
          </p:cNvPr>
          <p:cNvPicPr>
            <a:picLocks noChangeAspect="1"/>
          </p:cNvPicPr>
          <p:nvPr/>
        </p:nvPicPr>
        <p:blipFill>
          <a:blip r:embed="rId5"/>
          <a:srcRect l="457" t="5405" r="-529" b="32432"/>
          <a:stretch>
            <a:fillRect/>
          </a:stretch>
        </p:blipFill>
        <p:spPr>
          <a:xfrm>
            <a:off x="6096000" y="3849056"/>
            <a:ext cx="1823144" cy="1775601"/>
          </a:xfrm>
          <a:prstGeom prst="rect">
            <a:avLst/>
          </a:prstGeom>
        </p:spPr>
      </p:pic>
      <p:pic>
        <p:nvPicPr>
          <p:cNvPr id="5" name="Picture 4">
            <a:extLst>
              <a:ext uri="{FF2B5EF4-FFF2-40B4-BE49-F238E27FC236}">
                <a16:creationId xmlns:a16="http://schemas.microsoft.com/office/drawing/2014/main" id="{2198144A-18C8-1DA8-088D-BEE3A5E4DAD5}"/>
              </a:ext>
            </a:extLst>
          </p:cNvPr>
          <p:cNvPicPr>
            <a:picLocks noChangeAspect="1"/>
          </p:cNvPicPr>
          <p:nvPr/>
        </p:nvPicPr>
        <p:blipFill>
          <a:blip r:embed="rId6" cstate="print">
            <a:extLst>
              <a:ext uri="{28A0092B-C50C-407E-A947-70E740481C1C}">
                <a14:useLocalDpi xmlns:a14="http://schemas.microsoft.com/office/drawing/2010/main" val="0"/>
              </a:ext>
            </a:extLst>
          </a:blip>
          <a:srcRect t="2316" b="1"/>
          <a:stretch/>
        </p:blipFill>
        <p:spPr>
          <a:xfrm>
            <a:off x="646501" y="3900488"/>
            <a:ext cx="1774108" cy="1733026"/>
          </a:xfrm>
          <a:prstGeom prst="rect">
            <a:avLst/>
          </a:prstGeom>
        </p:spPr>
      </p:pic>
    </p:spTree>
  </p:cSld>
  <p:clrMapOvr>
    <a:masterClrMapping/>
  </p:clrMapOvr>
</p:sld>
</file>

<file path=ppt/theme/theme1.xml><?xml version="1.0" encoding="utf-8"?>
<a:theme xmlns:a="http://schemas.openxmlformats.org/drawingml/2006/main" name="WSDOT_PPT_TEMPLATE_W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SDOT_PPT_TEMPLATE_13.3x7.5  -  Read-Only" id="{B3F54F70-C348-47A9-B543-1E563B2DAE2F}" vid="{84618EBC-F016-47A6-BF92-68B3D7C165C4}"/>
    </a:ext>
  </a:extLst>
</a:theme>
</file>

<file path=ppt/theme/theme2.xml><?xml version="1.0" encoding="utf-8"?>
<a:theme xmlns:a="http://schemas.openxmlformats.org/drawingml/2006/main" name="WSDOT CONTENT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SDOT_PPT_TEMPLATE_13.3x7.5  -  Read-Only" id="{B3F54F70-C348-47A9-B543-1E563B2DAE2F}" vid="{F079D720-C86A-44F6-8CE5-FB65B4D5E7E0}"/>
    </a:ext>
  </a:extLst>
</a:theme>
</file>

<file path=ppt/theme/theme3.xml><?xml version="1.0" encoding="utf-8"?>
<a:theme xmlns:a="http://schemas.openxmlformats.org/drawingml/2006/main" name="1_WSDOT CONTENT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SDOT_Project Intro" id="{1D326CCA-BA0D-4521-9D8A-B671A70AF2B3}" vid="{85BBBEFC-F3E8-45E7-8296-18196D5D79D7}"/>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1e7f95-9916-4ae6-a1e7-53f0b4ad0c8d">
      <Terms xmlns="http://schemas.microsoft.com/office/infopath/2007/PartnerControls"/>
    </lcf76f155ced4ddcb4097134ff3c332f>
    <TaxCatchAll xmlns="aaad859e-f0b9-46ae-9074-91177daebaf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986D47306939418250D208E25CFC8D" ma:contentTypeVersion="12" ma:contentTypeDescription="Create a new document." ma:contentTypeScope="" ma:versionID="bb7aa6d1a63995df5acbc9e1b8107ce9">
  <xsd:schema xmlns:xsd="http://www.w3.org/2001/XMLSchema" xmlns:xs="http://www.w3.org/2001/XMLSchema" xmlns:p="http://schemas.microsoft.com/office/2006/metadata/properties" xmlns:ns2="491e7f95-9916-4ae6-a1e7-53f0b4ad0c8d" xmlns:ns3="aaad859e-f0b9-46ae-9074-91177daebaf6" targetNamespace="http://schemas.microsoft.com/office/2006/metadata/properties" ma:root="true" ma:fieldsID="c68311d06b0c308e7014df551abea113" ns2:_="" ns3:_="">
    <xsd:import namespace="491e7f95-9916-4ae6-a1e7-53f0b4ad0c8d"/>
    <xsd:import namespace="aaad859e-f0b9-46ae-9074-91177daeba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1e7f95-9916-4ae6-a1e7-53f0b4ad0c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dafd165-6beb-44bd-9039-5187b9f5b6e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aad859e-f0b9-46ae-9074-91177daebaf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d2f4b20-9299-4a66-aa44-feaeacae4113}" ma:internalName="TaxCatchAll" ma:showField="CatchAllData" ma:web="aaad859e-f0b9-46ae-9074-91177daeba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DB0F1C-3579-4702-8ABF-44CBFC7214CC}">
  <ds:schemaRefs>
    <ds:schemaRef ds:uri="http://schemas.microsoft.com/sharepoint/v3/contenttype/forms"/>
  </ds:schemaRefs>
</ds:datastoreItem>
</file>

<file path=customXml/itemProps2.xml><?xml version="1.0" encoding="utf-8"?>
<ds:datastoreItem xmlns:ds="http://schemas.openxmlformats.org/officeDocument/2006/customXml" ds:itemID="{14160FC7-E474-4C81-ABB4-4BAB0110307E}">
  <ds:schemaRefs>
    <ds:schemaRef ds:uri="http://purl.org/dc/elements/1.1/"/>
    <ds:schemaRef ds:uri="http://schemas.microsoft.com/office/2006/metadata/properties"/>
    <ds:schemaRef ds:uri="http://schemas.openxmlformats.org/package/2006/metadata/core-properties"/>
    <ds:schemaRef ds:uri="http://www.w3.org/XML/1998/namespace"/>
    <ds:schemaRef ds:uri="http://schemas.microsoft.com/office/2006/documentManagement/types"/>
    <ds:schemaRef ds:uri="http://purl.org/dc/dcmitype/"/>
    <ds:schemaRef ds:uri="http://purl.org/dc/terms/"/>
    <ds:schemaRef ds:uri="aaad859e-f0b9-46ae-9074-91177daebaf6"/>
    <ds:schemaRef ds:uri="http://schemas.microsoft.com/office/infopath/2007/PartnerControls"/>
    <ds:schemaRef ds:uri="491e7f95-9916-4ae6-a1e7-53f0b4ad0c8d"/>
  </ds:schemaRefs>
</ds:datastoreItem>
</file>

<file path=customXml/itemProps3.xml><?xml version="1.0" encoding="utf-8"?>
<ds:datastoreItem xmlns:ds="http://schemas.openxmlformats.org/officeDocument/2006/customXml" ds:itemID="{F6B2EC90-D249-4E06-B32A-C717A5E842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1e7f95-9916-4ae6-a1e7-53f0b4ad0c8d"/>
    <ds:schemaRef ds:uri="aaad859e-f0b9-46ae-9074-91177daeba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2970</TotalTime>
  <Words>765</Words>
  <Application>Microsoft Office PowerPoint</Application>
  <PresentationFormat>Widescreen</PresentationFormat>
  <Paragraphs>106</Paragraphs>
  <Slides>10</Slides>
  <Notes>10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10</vt:i4>
      </vt:variant>
    </vt:vector>
  </HeadingPairs>
  <TitlesOfParts>
    <vt:vector size="18" baseType="lpstr">
      <vt:lpstr>Aptos</vt:lpstr>
      <vt:lpstr>Arial</vt:lpstr>
      <vt:lpstr>Arial Black</vt:lpstr>
      <vt:lpstr>Calibri</vt:lpstr>
      <vt:lpstr>Jacobs Chronos</vt:lpstr>
      <vt:lpstr>WSDOT_PPT_TEMPLATE_WIDE</vt:lpstr>
      <vt:lpstr>WSDOT CONTENT SLIDES</vt:lpstr>
      <vt:lpstr>1_WSDOT CONTENT SLIDES</vt:lpstr>
      <vt:lpstr>Washington State DOT ADCMS</vt:lpstr>
      <vt:lpstr>PowerPoint Presentation</vt:lpstr>
      <vt:lpstr>PowerPoint Presentation</vt:lpstr>
      <vt:lpstr>IFC to ORD</vt:lpstr>
      <vt:lpstr>IFC to SQL</vt:lpstr>
      <vt:lpstr>IFC or GIS</vt:lpstr>
      <vt:lpstr>Data Dictionary</vt:lpstr>
      <vt:lpstr>Data Dictionary</vt:lpstr>
      <vt:lpstr>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Ross, Michael</cp:lastModifiedBy>
  <cp:revision>16</cp:revision>
  <cp:lastPrinted>2015-12-15T18:11:53Z</cp:lastPrinted>
  <dcterms:created xsi:type="dcterms:W3CDTF">2017-05-18T21:24:02Z</dcterms:created>
  <dcterms:modified xsi:type="dcterms:W3CDTF">2025-10-29T17:23:47Z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0x010100F8986D47306939418250D208E25CFC8D</vt:lpwstr>
  </property>
  <property fmtid="{D5CDD505-2E9C-101B-9397-08002B2CF9AE}" pid="3" name="MediaServiceImageTags">
    <vt:lpwstr/>
  </property>
  <property fmtid="{D5CDD505-2E9C-101B-9397-08002B2CF9AE}" pid="4" name="MSIP_Label_4c52bb78-b785-4d5a-8181-ae732e0da257_Enabled">
    <vt:lpwstr>true</vt:lpwstr>
  </property>
  <property fmtid="{D5CDD505-2E9C-101B-9397-08002B2CF9AE}" pid="5" name="MSIP_Label_4c52bb78-b785-4d5a-8181-ae732e0da257_SetDate">
    <vt:lpwstr>2025-07-21T21:39:57Z</vt:lpwstr>
  </property>
  <property fmtid="{D5CDD505-2E9C-101B-9397-08002B2CF9AE}" pid="6" name="MSIP_Label_4c52bb78-b785-4d5a-8181-ae732e0da257_Method">
    <vt:lpwstr>Privileged</vt:lpwstr>
  </property>
  <property fmtid="{D5CDD505-2E9C-101B-9397-08002B2CF9AE}" pid="7" name="MSIP_Label_4c52bb78-b785-4d5a-8181-ae732e0da257_Name">
    <vt:lpwstr>4c52bb78-b785-4d5a-8181-ae732e0da257</vt:lpwstr>
  </property>
  <property fmtid="{D5CDD505-2E9C-101B-9397-08002B2CF9AE}" pid="8" name="MSIP_Label_4c52bb78-b785-4d5a-8181-ae732e0da257_SiteId">
    <vt:lpwstr>37247798-f42c-42fd-8a37-d49c7128d36b</vt:lpwstr>
  </property>
  <property fmtid="{D5CDD505-2E9C-101B-9397-08002B2CF9AE}" pid="9" name="MSIP_Label_4c52bb78-b785-4d5a-8181-ae732e0da257_ActionId">
    <vt:lpwstr>7795149e-7868-4822-9e5c-bc06c77b8eb3</vt:lpwstr>
  </property>
  <property fmtid="{D5CDD505-2E9C-101B-9397-08002B2CF9AE}" pid="10" name="MSIP_Label_4c52bb78-b785-4d5a-8181-ae732e0da257_ContentBits">
    <vt:lpwstr>0</vt:lpwstr>
  </property>
  <property fmtid="{D5CDD505-2E9C-101B-9397-08002B2CF9AE}" pid="11" name="MSIP_Label_4c52bb78-b785-4d5a-8181-ae732e0da257_Tag">
    <vt:lpwstr>10, 0, 1, 1</vt:lpwstr>
  </property>
</Properties>
</file>